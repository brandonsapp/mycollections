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3.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704" r:id="rId6"/>
    <p:sldMasterId id="2147483718" r:id="rId7"/>
  </p:sldMasterIdLst>
  <p:notesMasterIdLst>
    <p:notesMasterId r:id="rId21"/>
  </p:notesMasterIdLst>
  <p:sldIdLst>
    <p:sldId id="267" r:id="rId8"/>
    <p:sldId id="268" r:id="rId9"/>
    <p:sldId id="257" r:id="rId10"/>
    <p:sldId id="270" r:id="rId11"/>
    <p:sldId id="258" r:id="rId12"/>
    <p:sldId id="259" r:id="rId13"/>
    <p:sldId id="260" r:id="rId14"/>
    <p:sldId id="261" r:id="rId15"/>
    <p:sldId id="262" r:id="rId16"/>
    <p:sldId id="263" r:id="rId17"/>
    <p:sldId id="264" r:id="rId18"/>
    <p:sldId id="265"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1" autoAdjust="0"/>
    <p:restoredTop sz="80089" autoAdjust="0"/>
  </p:normalViewPr>
  <p:slideViewPr>
    <p:cSldViewPr snapToGrid="0">
      <p:cViewPr varScale="1">
        <p:scale>
          <a:sx n="77" d="100"/>
          <a:sy n="77" d="100"/>
        </p:scale>
        <p:origin x="126"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676C3-013B-46B0-87F1-2189D71B64F6}" type="datetimeFigureOut">
              <a:rPr lang="en-US" smtClean="0"/>
              <a:t>3/20/2019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B9A2A0-74C8-427B-BDC8-958F4A0B59AD}" type="slidenum">
              <a:rPr lang="en-US" smtClean="0"/>
              <a:t>‹#›</a:t>
            </a:fld>
            <a:endParaRPr lang="en-US"/>
          </a:p>
        </p:txBody>
      </p:sp>
    </p:spTree>
    <p:extLst>
      <p:ext uri="{BB962C8B-B14F-4D97-AF65-F5344CB8AC3E}">
        <p14:creationId xmlns:p14="http://schemas.microsoft.com/office/powerpoint/2010/main" val="2705640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Standards are hyperlinked</a:t>
            </a:r>
            <a:r>
              <a:rPr lang="en-US" baseline="0" dirty="0" smtClean="0"/>
              <a:t> to detailed descriptions from CIMdata.</a:t>
            </a:r>
            <a:endParaRPr lang="en-US" dirty="0"/>
          </a:p>
        </p:txBody>
      </p:sp>
      <p:sp>
        <p:nvSpPr>
          <p:cNvPr id="4" name="Slide Number Placeholder 3"/>
          <p:cNvSpPr>
            <a:spLocks noGrp="1"/>
          </p:cNvSpPr>
          <p:nvPr>
            <p:ph type="sldNum" sz="quarter" idx="10"/>
          </p:nvPr>
        </p:nvSpPr>
        <p:spPr/>
        <p:txBody>
          <a:bodyPr/>
          <a:lstStyle/>
          <a:p>
            <a:fld id="{39B5B621-8640-41C3-9F62-8574E4D26ED5}" type="slidenum">
              <a:rPr lang="en-US" smtClean="0"/>
              <a:t>1</a:t>
            </a:fld>
            <a:endParaRPr lang="en-US"/>
          </a:p>
        </p:txBody>
      </p:sp>
    </p:spTree>
    <p:extLst>
      <p:ext uri="{BB962C8B-B14F-4D97-AF65-F5344CB8AC3E}">
        <p14:creationId xmlns:p14="http://schemas.microsoft.com/office/powerpoint/2010/main" val="807969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B9A2A0-74C8-427B-BDC8-958F4A0B59AD}" type="slidenum">
              <a:rPr lang="en-US" smtClean="0"/>
              <a:t>2</a:t>
            </a:fld>
            <a:endParaRPr lang="en-US"/>
          </a:p>
        </p:txBody>
      </p:sp>
    </p:spTree>
    <p:extLst>
      <p:ext uri="{BB962C8B-B14F-4D97-AF65-F5344CB8AC3E}">
        <p14:creationId xmlns:p14="http://schemas.microsoft.com/office/powerpoint/2010/main" val="85062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Goal e.g. what use cases are we</a:t>
            </a:r>
            <a:r>
              <a:rPr lang="en-US" baseline="0" dirty="0" smtClean="0"/>
              <a:t> trying to satisfy </a:t>
            </a:r>
            <a:endParaRPr lang="en-US" dirty="0" smtClean="0"/>
          </a:p>
          <a:p>
            <a:r>
              <a:rPr lang="en-US" dirty="0" smtClean="0"/>
              <a:t>Where</a:t>
            </a:r>
            <a:r>
              <a:rPr lang="en-US" baseline="0" dirty="0" smtClean="0"/>
              <a:t> are we at to achieve that goal</a:t>
            </a:r>
          </a:p>
          <a:p>
            <a:r>
              <a:rPr lang="en-US" baseline="0" dirty="0" smtClean="0"/>
              <a:t>What are next steps to get to the goal </a:t>
            </a:r>
          </a:p>
          <a:p>
            <a:endParaRPr lang="en-US" baseline="0" dirty="0" smtClean="0"/>
          </a:p>
          <a:p>
            <a:r>
              <a:rPr lang="en-US" baseline="0" dirty="0" smtClean="0"/>
              <a:t>Action:  Need similar chart linked to OBCM, this is currently BCA centric </a:t>
            </a:r>
          </a:p>
          <a:p>
            <a:endParaRPr lang="en-US" baseline="0" dirty="0" smtClean="0"/>
          </a:p>
          <a:p>
            <a:r>
              <a:rPr lang="en-US" baseline="0" dirty="0" smtClean="0"/>
              <a:t>RFP is being prepared to close the gaps in AP242 </a:t>
            </a:r>
          </a:p>
          <a:p>
            <a:r>
              <a:rPr lang="en-US" sz="1200" dirty="0" smtClean="0"/>
              <a:t>supported across industry tools (not just CATIA)</a:t>
            </a:r>
            <a:endParaRPr lang="en-US" dirty="0"/>
          </a:p>
        </p:txBody>
      </p:sp>
      <p:sp>
        <p:nvSpPr>
          <p:cNvPr id="4" name="Slide Number Placeholder 3"/>
          <p:cNvSpPr>
            <a:spLocks noGrp="1"/>
          </p:cNvSpPr>
          <p:nvPr>
            <p:ph type="sldNum" sz="quarter" idx="10"/>
          </p:nvPr>
        </p:nvSpPr>
        <p:spPr/>
        <p:txBody>
          <a:bodyPr/>
          <a:lstStyle/>
          <a:p>
            <a:fld id="{A1B9A2A0-74C8-427B-BDC8-958F4A0B59AD}" type="slidenum">
              <a:rPr lang="en-US" smtClean="0"/>
              <a:t>3</a:t>
            </a:fld>
            <a:endParaRPr lang="en-US"/>
          </a:p>
        </p:txBody>
      </p:sp>
    </p:spTree>
    <p:extLst>
      <p:ext uri="{BB962C8B-B14F-4D97-AF65-F5344CB8AC3E}">
        <p14:creationId xmlns:p14="http://schemas.microsoft.com/office/powerpoint/2010/main" val="1431326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Goal e.g. what use cases are we</a:t>
            </a:r>
            <a:r>
              <a:rPr lang="en-US" baseline="0" dirty="0" smtClean="0"/>
              <a:t> trying to satisfy </a:t>
            </a:r>
            <a:endParaRPr lang="en-US" dirty="0" smtClean="0"/>
          </a:p>
          <a:p>
            <a:r>
              <a:rPr lang="en-US" dirty="0" smtClean="0"/>
              <a:t>Where</a:t>
            </a:r>
            <a:r>
              <a:rPr lang="en-US" baseline="0" dirty="0" smtClean="0"/>
              <a:t> are we at to achieve that goal</a:t>
            </a:r>
          </a:p>
          <a:p>
            <a:r>
              <a:rPr lang="en-US" baseline="0" dirty="0" smtClean="0"/>
              <a:t>What are next steps to get to the goal </a:t>
            </a:r>
          </a:p>
          <a:p>
            <a:endParaRPr lang="en-US" baseline="0" dirty="0" smtClean="0"/>
          </a:p>
          <a:p>
            <a:r>
              <a:rPr lang="en-US" baseline="0" dirty="0" smtClean="0"/>
              <a:t>Action:  Need similar chart linked to OBCM, this is currently BCA centric </a:t>
            </a:r>
          </a:p>
          <a:p>
            <a:endParaRPr lang="en-US" baseline="0" dirty="0" smtClean="0"/>
          </a:p>
          <a:p>
            <a:r>
              <a:rPr lang="en-US" baseline="0" dirty="0" smtClean="0"/>
              <a:t>RFP is being prepared to close the gaps in AP242 </a:t>
            </a:r>
          </a:p>
          <a:p>
            <a:r>
              <a:rPr lang="en-US" sz="1200" dirty="0" smtClean="0"/>
              <a:t>supported across industry tools (not just CATIA)</a:t>
            </a:r>
          </a:p>
          <a:p>
            <a:endParaRPr lang="en-US" sz="1200" dirty="0" smtClean="0"/>
          </a:p>
          <a:p>
            <a:pPr lvl="1" fontAlgn="auto">
              <a:spcAft>
                <a:spcPts val="0"/>
              </a:spcAft>
            </a:pPr>
            <a:r>
              <a:rPr lang="en-US" sz="1100" dirty="0" smtClean="0">
                <a:solidFill>
                  <a:prstClr val="black"/>
                </a:solidFill>
              </a:rPr>
              <a:t>Approved high level PROs (6188, 7029) to use Industry Data Standards</a:t>
            </a:r>
          </a:p>
          <a:p>
            <a:pPr lvl="1" fontAlgn="auto">
              <a:spcAft>
                <a:spcPts val="0"/>
              </a:spcAft>
            </a:pPr>
            <a:r>
              <a:rPr lang="en-US" sz="1100" dirty="0" smtClean="0">
                <a:solidFill>
                  <a:prstClr val="black"/>
                </a:solidFill>
              </a:rPr>
              <a:t>Align MBD authoring standards to AP242</a:t>
            </a:r>
          </a:p>
          <a:p>
            <a:pPr lvl="1" fontAlgn="auto">
              <a:spcAft>
                <a:spcPts val="0"/>
              </a:spcAft>
            </a:pPr>
            <a:r>
              <a:rPr lang="en-US" sz="1100" dirty="0" smtClean="0">
                <a:solidFill>
                  <a:prstClr val="black"/>
                </a:solidFill>
              </a:rPr>
              <a:t>Have a low level of integration of the PRO direction into detailed processes, e.g. Supplier Mgmt incorporation of AP242 into contracting requirements</a:t>
            </a:r>
          </a:p>
          <a:p>
            <a:pPr lvl="1" fontAlgn="auto">
              <a:spcAft>
                <a:spcPts val="0"/>
              </a:spcAft>
            </a:pPr>
            <a:r>
              <a:rPr lang="en-US" sz="1100" dirty="0" smtClean="0">
                <a:solidFill>
                  <a:prstClr val="black"/>
                </a:solidFill>
              </a:rPr>
              <a:t>Outside of CAD authoring we have low process maturity for AP242 </a:t>
            </a:r>
          </a:p>
          <a:p>
            <a:r>
              <a:rPr lang="en-US" sz="1200" dirty="0" smtClean="0"/>
              <a:t>Boeing is able to create, distribute, receive, and consume AP242 internal to Boeing)</a:t>
            </a:r>
          </a:p>
          <a:p>
            <a:pPr lvl="1"/>
            <a:r>
              <a:rPr lang="en-US" sz="1100" dirty="0" smtClean="0"/>
              <a:t>Set of tools to create AP242 for the 12 domains</a:t>
            </a:r>
          </a:p>
          <a:p>
            <a:pPr lvl="1"/>
            <a:r>
              <a:rPr lang="en-US" sz="1100" dirty="0" smtClean="0"/>
              <a:t>Low BOM support in ENOVIA LCA</a:t>
            </a:r>
          </a:p>
          <a:p>
            <a:pPr lvl="1"/>
            <a:r>
              <a:rPr lang="en-US" sz="1100" dirty="0" smtClean="0"/>
              <a:t>Med – High support for CATIA V5 </a:t>
            </a:r>
          </a:p>
          <a:p>
            <a:pPr lvl="1"/>
            <a:r>
              <a:rPr lang="en-US" sz="1100" dirty="0" smtClean="0"/>
              <a:t>Limited support to Specialty Work Benches </a:t>
            </a:r>
          </a:p>
          <a:p>
            <a:pPr lvl="1"/>
            <a:r>
              <a:rPr lang="en-US" sz="1100" dirty="0" smtClean="0"/>
              <a:t>Trade Study to select improved translation capability </a:t>
            </a:r>
          </a:p>
          <a:p>
            <a:endParaRPr lang="en-US" dirty="0"/>
          </a:p>
        </p:txBody>
      </p:sp>
      <p:sp>
        <p:nvSpPr>
          <p:cNvPr id="4" name="Slide Number Placeholder 3"/>
          <p:cNvSpPr>
            <a:spLocks noGrp="1"/>
          </p:cNvSpPr>
          <p:nvPr>
            <p:ph type="sldNum" sz="quarter" idx="10"/>
          </p:nvPr>
        </p:nvSpPr>
        <p:spPr/>
        <p:txBody>
          <a:bodyPr/>
          <a:lstStyle/>
          <a:p>
            <a:fld id="{A1B9A2A0-74C8-427B-BDC8-958F4A0B59AD}" type="slidenum">
              <a:rPr 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2381777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4196445-D7C4-4D95-9E94-4B67B43E5D51}" type="datetimeFigureOut">
              <a:rPr lang="en-US" smtClean="0"/>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80540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196445-D7C4-4D95-9E94-4B67B43E5D51}" type="datetimeFigureOut">
              <a:rPr lang="en-US" smtClean="0"/>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3655012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196445-D7C4-4D95-9E94-4B67B43E5D51}" type="datetimeFigureOut">
              <a:rPr lang="en-US" smtClean="0"/>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3229670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4196445-D7C4-4D95-9E94-4B67B43E5D51}" type="datetimeFigureOut">
              <a:rPr lang="en-US" smtClean="0"/>
              <a:t>3/20/2019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18877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196445-D7C4-4D95-9E94-4B67B43E5D51}" type="datetimeFigureOut">
              <a:rPr lang="en-US" smtClean="0"/>
              <a:t>3/20/2019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488883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196445-D7C4-4D95-9E94-4B67B43E5D51}" type="datetimeFigureOut">
              <a:rPr lang="en-US" smtClean="0"/>
              <a:t>3/20/2019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1541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196445-D7C4-4D95-9E94-4B67B43E5D51}" type="datetimeFigureOut">
              <a:rPr lang="en-US" smtClean="0"/>
              <a:t>3/20/2019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222517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196445-D7C4-4D95-9E94-4B67B43E5D51}" type="datetimeFigureOut">
              <a:rPr lang="en-US" smtClean="0"/>
              <a:t>3/20/2019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962964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196445-D7C4-4D95-9E94-4B67B43E5D51}" type="datetimeFigureOut">
              <a:rPr lang="en-US" smtClean="0"/>
              <a:t>3/20/2019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14912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196445-D7C4-4D95-9E94-4B67B43E5D51}" type="datetimeFigureOut">
              <a:rPr lang="en-US" smtClean="0"/>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2330607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196445-D7C4-4D95-9E94-4B67B43E5D51}" type="datetimeFigureOut">
              <a:rPr lang="en-US" smtClean="0"/>
              <a:t>3/20/2019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58B7C2-3F7C-42EC-9CF8-EAEEEBF2ED2B}" type="slidenum">
              <a:rPr lang="en-US" smtClean="0"/>
              <a:t>‹#›</a:t>
            </a:fld>
            <a:endParaRPr lang="en-US"/>
          </a:p>
        </p:txBody>
      </p:sp>
    </p:spTree>
    <p:extLst>
      <p:ext uri="{BB962C8B-B14F-4D97-AF65-F5344CB8AC3E}">
        <p14:creationId xmlns:p14="http://schemas.microsoft.com/office/powerpoint/2010/main" val="35742783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grpSp>
        <p:nvGrpSpPr>
          <p:cNvPr id="17" name="Boeing 12 column grid" hidden="1"/>
          <p:cNvGrpSpPr/>
          <p:nvPr/>
        </p:nvGrpSpPr>
        <p:grpSpPr>
          <a:xfrm>
            <a:off x="0" y="0"/>
            <a:ext cx="12195176" cy="6858000"/>
            <a:chOff x="0" y="0"/>
            <a:chExt cx="12192000" cy="6858000"/>
          </a:xfrm>
        </p:grpSpPr>
        <p:grpSp>
          <p:nvGrpSpPr>
            <p:cNvPr id="18" name="Group 17"/>
            <p:cNvGrpSpPr/>
            <p:nvPr userDrawn="1"/>
          </p:nvGrpSpPr>
          <p:grpSpPr>
            <a:xfrm>
              <a:off x="0" y="0"/>
              <a:ext cx="12188825" cy="6858000"/>
              <a:chOff x="0" y="0"/>
              <a:chExt cx="12188825" cy="6858000"/>
            </a:xfrm>
          </p:grpSpPr>
          <p:grpSp>
            <p:nvGrpSpPr>
              <p:cNvPr id="20" name="Boeing 12 column grid"/>
              <p:cNvGrpSpPr/>
              <p:nvPr userDrawn="1"/>
            </p:nvGrpSpPr>
            <p:grpSpPr>
              <a:xfrm>
                <a:off x="0" y="461727"/>
                <a:ext cx="12188825" cy="5957180"/>
                <a:chOff x="129803" y="456356"/>
                <a:chExt cx="8890818" cy="5958732"/>
              </a:xfrm>
            </p:grpSpPr>
            <p:sp>
              <p:nvSpPr>
                <p:cNvPr id="35" name="Rectangle 34"/>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cxnSp>
              <p:nvCxnSpPr>
                <p:cNvPr id="25" name="Straight Connector 24"/>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464396" y="2136995"/>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464396" y="2432456"/>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59993" y="3288274"/>
                  <a:ext cx="8223097"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p:cNvCxnSpPr/>
                <p:nvPr userDrawn="1"/>
              </p:nvCxnSpPr>
              <p:spPr>
                <a:xfrm>
                  <a:off x="466598" y="3583735"/>
                  <a:ext cx="821649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userDrawn="1"/>
              </p:nvCxnSpPr>
              <p:spPr>
                <a:xfrm>
                  <a:off x="464396" y="4424269"/>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userDrawn="1"/>
              </p:nvCxnSpPr>
              <p:spPr>
                <a:xfrm>
                  <a:off x="462195" y="4719730"/>
                  <a:ext cx="8220896"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userDrawn="1"/>
              </p:nvCxnSpPr>
              <p:spPr>
                <a:xfrm>
                  <a:off x="129803" y="2284726"/>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userDrawn="1"/>
              </p:nvCxnSpPr>
              <p:spPr>
                <a:xfrm>
                  <a:off x="463550" y="3432679"/>
                  <a:ext cx="8223250" cy="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userDrawn="1"/>
              </p:nvCxnSpPr>
              <p:spPr>
                <a:xfrm>
                  <a:off x="129803" y="4572000"/>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41" name="Group 40"/>
                <p:cNvGrpSpPr/>
                <p:nvPr userDrawn="1"/>
              </p:nvGrpSpPr>
              <p:grpSpPr>
                <a:xfrm>
                  <a:off x="1043681" y="457200"/>
                  <a:ext cx="7060730" cy="5957888"/>
                  <a:chOff x="1043681" y="0"/>
                  <a:chExt cx="7060730" cy="6858000"/>
                </a:xfrm>
              </p:grpSpPr>
              <p:cxnSp>
                <p:nvCxnSpPr>
                  <p:cNvPr id="42" name="Straight Connector 41"/>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20"/>
                  <p:cNvCxnSpPr/>
                  <p:nvPr/>
                </p:nvCxnSpPr>
                <p:spPr>
                  <a:xfrm>
                    <a:off x="104368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15"/>
                  <p:cNvCxnSpPr/>
                  <p:nvPr/>
                </p:nvCxnSpPr>
                <p:spPr>
                  <a:xfrm>
                    <a:off x="11584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p:nvCxnSpPr>
                <p:spPr>
                  <a:xfrm>
                    <a:off x="174150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p:nvCxnSpPr>
                <p:spPr>
                  <a:xfrm>
                    <a:off x="243709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p:nvCxnSpPr>
                <p:spPr>
                  <a:xfrm>
                    <a:off x="532550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p:nvCxnSpPr>
                <p:spPr>
                  <a:xfrm>
                    <a:off x="25473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31288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324337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382641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39374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p:cNvCxnSpPr/>
                  <p:nvPr userDrawn="1"/>
                </p:nvCxnSpPr>
                <p:spPr>
                  <a:xfrm>
                    <a:off x="452230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p:nvPr userDrawn="1"/>
                </p:nvCxnSpPr>
                <p:spPr>
                  <a:xfrm>
                    <a:off x="462823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p:cNvCxnSpPr/>
                  <p:nvPr userDrawn="1"/>
                </p:nvCxnSpPr>
                <p:spPr>
                  <a:xfrm>
                    <a:off x="52137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p:cNvCxnSpPr/>
                  <p:nvPr userDrawn="1"/>
                </p:nvCxnSpPr>
                <p:spPr>
                  <a:xfrm>
                    <a:off x="810441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p:cNvCxnSpPr/>
                  <p:nvPr userDrawn="1"/>
                </p:nvCxnSpPr>
                <p:spPr>
                  <a:xfrm>
                    <a:off x="590715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p:cNvCxnSpPr/>
                  <p:nvPr userDrawn="1"/>
                </p:nvCxnSpPr>
                <p:spPr>
                  <a:xfrm>
                    <a:off x="601976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p:nvPr userDrawn="1"/>
                </p:nvCxnSpPr>
                <p:spPr>
                  <a:xfrm>
                    <a:off x="660501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p:cNvCxnSpPr/>
                  <p:nvPr userDrawn="1"/>
                </p:nvCxnSpPr>
                <p:spPr>
                  <a:xfrm>
                    <a:off x="6713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p:cNvCxnSpPr/>
                  <p:nvPr userDrawn="1"/>
                </p:nvCxnSpPr>
                <p:spPr>
                  <a:xfrm>
                    <a:off x="729868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p:cNvCxnSpPr/>
                  <p:nvPr userDrawn="1"/>
                </p:nvCxnSpPr>
                <p:spPr>
                  <a:xfrm>
                    <a:off x="740902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p:cNvCxnSpPr/>
                  <p:nvPr userDrawn="1"/>
                </p:nvCxnSpPr>
                <p:spPr>
                  <a:xfrm>
                    <a:off x="799017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21" name="Group 41"/>
              <p:cNvGrpSpPr/>
              <p:nvPr userDrawn="1"/>
            </p:nvGrpSpPr>
            <p:grpSpPr>
              <a:xfrm>
                <a:off x="7002578" y="0"/>
                <a:ext cx="5178519" cy="6858000"/>
                <a:chOff x="3954578" y="0"/>
                <a:chExt cx="5178519" cy="6858000"/>
              </a:xfrm>
            </p:grpSpPr>
            <p:cxnSp>
              <p:nvCxnSpPr>
                <p:cNvPr id="22" name="Straight Connector 21"/>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cxnSp>
          <p:nvCxnSpPr>
            <p:cNvPr id="19" name="Straight Connector 18"/>
            <p:cNvCxnSpPr/>
            <p:nvPr userDrawn="1"/>
          </p:nvCxnSpPr>
          <p:spPr>
            <a:xfrm flipH="1">
              <a:off x="9599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1" y="2"/>
            <a:ext cx="12192000" cy="4585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sp>
        <p:nvSpPr>
          <p:cNvPr id="62" name="Title 1"/>
          <p:cNvSpPr>
            <a:spLocks noGrp="1"/>
          </p:cNvSpPr>
          <p:nvPr>
            <p:ph type="ctrTitle" sz="quarter"/>
          </p:nvPr>
        </p:nvSpPr>
        <p:spPr>
          <a:xfrm>
            <a:off x="429880" y="2529450"/>
            <a:ext cx="10363200" cy="710964"/>
          </a:xfrm>
        </p:spPr>
        <p:txBody>
          <a:bodyPr anchor="ctr" anchorCtr="0"/>
          <a:lstStyle>
            <a:lvl1pPr>
              <a:defRPr sz="4800" b="0">
                <a:solidFill>
                  <a:schemeClr val="bg1"/>
                </a:solidFill>
              </a:defRPr>
            </a:lvl1pPr>
          </a:lstStyle>
          <a:p>
            <a:r>
              <a:rPr lang="en-US" smtClean="0"/>
              <a:t>Click to edit Master title style</a:t>
            </a:r>
            <a:endParaRPr lang="en-US" dirty="0"/>
          </a:p>
        </p:txBody>
      </p:sp>
      <p:sp>
        <p:nvSpPr>
          <p:cNvPr id="63" name="Subtitle 2"/>
          <p:cNvSpPr>
            <a:spLocks noGrp="1"/>
          </p:cNvSpPr>
          <p:nvPr>
            <p:ph type="subTitle" sz="quarter" idx="1"/>
          </p:nvPr>
        </p:nvSpPr>
        <p:spPr>
          <a:xfrm>
            <a:off x="429880" y="4637994"/>
            <a:ext cx="11002433" cy="387798"/>
          </a:xfrm>
        </p:spPr>
        <p:txBody>
          <a:bodyPr/>
          <a:lstStyle>
            <a:lvl1pPr marL="0" indent="0">
              <a:buFontTx/>
              <a:buNone/>
              <a:defRPr sz="2800" b="0">
                <a:solidFill>
                  <a:srgbClr val="788288"/>
                </a:solidFill>
              </a:defRPr>
            </a:lvl1pPr>
          </a:lstStyle>
          <a:p>
            <a:r>
              <a:rPr lang="en-US" smtClean="0"/>
              <a:t>Click to edit Master subtitle style</a:t>
            </a:r>
            <a:endParaRPr lang="en-US" dirty="0"/>
          </a:p>
        </p:txBody>
      </p:sp>
      <p:pic>
        <p:nvPicPr>
          <p:cNvPr id="16" name="Picture 47" descr="Boeing_white_standard"/>
          <p:cNvPicPr>
            <a:picLocks noChangeAspect="1" noChangeArrowheads="1"/>
          </p:cNvPicPr>
          <p:nvPr/>
        </p:nvPicPr>
        <p:blipFill>
          <a:blip r:embed="rId2" cstate="print"/>
          <a:srcRect/>
          <a:stretch>
            <a:fillRect/>
          </a:stretch>
        </p:blipFill>
        <p:spPr bwMode="auto">
          <a:xfrm>
            <a:off x="431913" y="399734"/>
            <a:ext cx="1856271" cy="447675"/>
          </a:xfrm>
          <a:prstGeom prst="rect">
            <a:avLst/>
          </a:prstGeom>
          <a:noFill/>
        </p:spPr>
      </p:pic>
      <p:sp>
        <p:nvSpPr>
          <p:cNvPr id="3" name="Footer Placeholder 2"/>
          <p:cNvSpPr>
            <a:spLocks noGrp="1"/>
          </p:cNvSpPr>
          <p:nvPr>
            <p:ph type="ftr" sz="quarter" idx="12"/>
          </p:nvPr>
        </p:nvSpPr>
        <p:spPr>
          <a:xfrm>
            <a:off x="3962401" y="6394450"/>
            <a:ext cx="4267200" cy="374650"/>
          </a:xfrm>
          <a:prstGeom prst="rect">
            <a:avLst/>
          </a:prstGeom>
        </p:spPr>
        <p:txBody>
          <a:bodyPr/>
          <a:lstStyle/>
          <a:p>
            <a:pPr>
              <a:defRPr/>
            </a:pPr>
            <a:endParaRPr lang="en-US" smtClean="0">
              <a:solidFill>
                <a:srgbClr val="000000"/>
              </a:solidFill>
            </a:endParaRPr>
          </a:p>
          <a:p>
            <a:pPr>
              <a:defRPr/>
            </a:pPr>
            <a:r>
              <a:rPr lang="en-US" smtClean="0">
                <a:solidFill>
                  <a:srgbClr val="000000"/>
                </a:solidFill>
              </a:rPr>
              <a:t>BOEING PROPRIETARY</a:t>
            </a:r>
            <a:endParaRPr lang="en-US" dirty="0">
              <a:solidFill>
                <a:srgbClr val="000000"/>
              </a:solidFill>
            </a:endParaRPr>
          </a:p>
        </p:txBody>
      </p:sp>
      <p:sp>
        <p:nvSpPr>
          <p:cNvPr id="67" name="Rectangle 6"/>
          <p:cNvSpPr>
            <a:spLocks noChangeArrowheads="1"/>
          </p:cNvSpPr>
          <p:nvPr/>
        </p:nvSpPr>
        <p:spPr bwMode="auto">
          <a:xfrm>
            <a:off x="409735"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smtClean="0">
                <a:solidFill>
                  <a:srgbClr val="FFFFFF">
                    <a:lumMod val="50000"/>
                  </a:srgbClr>
                </a:solidFill>
              </a:rPr>
              <a:t>Copyright © 2018 Boeing. All rights reserved.</a:t>
            </a:r>
            <a:endParaRPr lang="en-US" sz="600" dirty="0">
              <a:solidFill>
                <a:srgbClr val="FFFFFF">
                  <a:lumMod val="50000"/>
                </a:srgbClr>
              </a:solidFill>
            </a:endParaRPr>
          </a:p>
        </p:txBody>
      </p:sp>
      <p:sp>
        <p:nvSpPr>
          <p:cNvPr id="80" name="TextBox 79"/>
          <p:cNvSpPr txBox="1"/>
          <p:nvPr/>
        </p:nvSpPr>
        <p:spPr>
          <a:xfrm>
            <a:off x="6806979" y="907635"/>
            <a:ext cx="3951724"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smtClean="0">
                <a:solidFill>
                  <a:srgbClr val="FFFFFF"/>
                </a:solidFill>
              </a:rPr>
              <a:t>Design &amp; Manufacturing for Second Century</a:t>
            </a:r>
            <a:endParaRPr lang="en-US" sz="1400" b="1" dirty="0">
              <a:solidFill>
                <a:srgbClr val="FFFFFF"/>
              </a:solidFill>
            </a:endParaRPr>
          </a:p>
        </p:txBody>
      </p:sp>
    </p:spTree>
    <p:extLst>
      <p:ext uri="{BB962C8B-B14F-4D97-AF65-F5344CB8AC3E}">
        <p14:creationId xmlns:p14="http://schemas.microsoft.com/office/powerpoint/2010/main" val="2571046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17" name="Boeing 12 column grid" hidden="1"/>
          <p:cNvGrpSpPr/>
          <p:nvPr/>
        </p:nvGrpSpPr>
        <p:grpSpPr>
          <a:xfrm>
            <a:off x="0" y="0"/>
            <a:ext cx="12195176" cy="6858000"/>
            <a:chOff x="0" y="0"/>
            <a:chExt cx="12192000" cy="6858000"/>
          </a:xfrm>
        </p:grpSpPr>
        <p:grpSp>
          <p:nvGrpSpPr>
            <p:cNvPr id="18" name="Group 17"/>
            <p:cNvGrpSpPr/>
            <p:nvPr userDrawn="1"/>
          </p:nvGrpSpPr>
          <p:grpSpPr>
            <a:xfrm>
              <a:off x="0" y="0"/>
              <a:ext cx="12188825" cy="6858000"/>
              <a:chOff x="0" y="0"/>
              <a:chExt cx="12188825" cy="6858000"/>
            </a:xfrm>
          </p:grpSpPr>
          <p:grpSp>
            <p:nvGrpSpPr>
              <p:cNvPr id="20" name="Boeing 12 column grid"/>
              <p:cNvGrpSpPr/>
              <p:nvPr userDrawn="1"/>
            </p:nvGrpSpPr>
            <p:grpSpPr>
              <a:xfrm>
                <a:off x="0" y="461727"/>
                <a:ext cx="12188825" cy="5957180"/>
                <a:chOff x="129803" y="456356"/>
                <a:chExt cx="8890818" cy="5958732"/>
              </a:xfrm>
            </p:grpSpPr>
            <p:sp>
              <p:nvSpPr>
                <p:cNvPr id="35" name="Rectangle 34"/>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cxnSp>
              <p:nvCxnSpPr>
                <p:cNvPr id="25" name="Straight Connector 24"/>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464396" y="2136995"/>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464396" y="2432456"/>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59993" y="3288274"/>
                  <a:ext cx="8223097"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p:cNvCxnSpPr/>
                <p:nvPr userDrawn="1"/>
              </p:nvCxnSpPr>
              <p:spPr>
                <a:xfrm>
                  <a:off x="466598" y="3583735"/>
                  <a:ext cx="821649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userDrawn="1"/>
              </p:nvCxnSpPr>
              <p:spPr>
                <a:xfrm>
                  <a:off x="464396" y="4424269"/>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userDrawn="1"/>
              </p:nvCxnSpPr>
              <p:spPr>
                <a:xfrm>
                  <a:off x="462195" y="4719730"/>
                  <a:ext cx="8220896"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userDrawn="1"/>
              </p:nvCxnSpPr>
              <p:spPr>
                <a:xfrm>
                  <a:off x="129803" y="2284726"/>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userDrawn="1"/>
              </p:nvCxnSpPr>
              <p:spPr>
                <a:xfrm>
                  <a:off x="463550" y="3432679"/>
                  <a:ext cx="8223250" cy="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userDrawn="1"/>
              </p:nvCxnSpPr>
              <p:spPr>
                <a:xfrm>
                  <a:off x="129803" y="4572000"/>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41" name="Group 40"/>
                <p:cNvGrpSpPr/>
                <p:nvPr userDrawn="1"/>
              </p:nvGrpSpPr>
              <p:grpSpPr>
                <a:xfrm>
                  <a:off x="1043681" y="457200"/>
                  <a:ext cx="7060730" cy="5957888"/>
                  <a:chOff x="1043681" y="0"/>
                  <a:chExt cx="7060730" cy="6858000"/>
                </a:xfrm>
              </p:grpSpPr>
              <p:cxnSp>
                <p:nvCxnSpPr>
                  <p:cNvPr id="42" name="Straight Connector 41"/>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20"/>
                  <p:cNvCxnSpPr/>
                  <p:nvPr/>
                </p:nvCxnSpPr>
                <p:spPr>
                  <a:xfrm>
                    <a:off x="104368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15"/>
                  <p:cNvCxnSpPr/>
                  <p:nvPr/>
                </p:nvCxnSpPr>
                <p:spPr>
                  <a:xfrm>
                    <a:off x="11584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p:nvCxnSpPr>
                <p:spPr>
                  <a:xfrm>
                    <a:off x="174150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p:nvCxnSpPr>
                <p:spPr>
                  <a:xfrm>
                    <a:off x="243709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p:nvCxnSpPr>
                <p:spPr>
                  <a:xfrm>
                    <a:off x="532550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p:nvCxnSpPr>
                <p:spPr>
                  <a:xfrm>
                    <a:off x="25473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31288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324337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382641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39374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p:cNvCxnSpPr/>
                  <p:nvPr userDrawn="1"/>
                </p:nvCxnSpPr>
                <p:spPr>
                  <a:xfrm>
                    <a:off x="452230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p:nvPr userDrawn="1"/>
                </p:nvCxnSpPr>
                <p:spPr>
                  <a:xfrm>
                    <a:off x="462823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p:cNvCxnSpPr/>
                  <p:nvPr userDrawn="1"/>
                </p:nvCxnSpPr>
                <p:spPr>
                  <a:xfrm>
                    <a:off x="52137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p:cNvCxnSpPr/>
                  <p:nvPr userDrawn="1"/>
                </p:nvCxnSpPr>
                <p:spPr>
                  <a:xfrm>
                    <a:off x="810441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p:cNvCxnSpPr/>
                  <p:nvPr userDrawn="1"/>
                </p:nvCxnSpPr>
                <p:spPr>
                  <a:xfrm>
                    <a:off x="590715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p:cNvCxnSpPr/>
                  <p:nvPr userDrawn="1"/>
                </p:nvCxnSpPr>
                <p:spPr>
                  <a:xfrm>
                    <a:off x="601976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p:nvPr userDrawn="1"/>
                </p:nvCxnSpPr>
                <p:spPr>
                  <a:xfrm>
                    <a:off x="660501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p:cNvCxnSpPr/>
                  <p:nvPr userDrawn="1"/>
                </p:nvCxnSpPr>
                <p:spPr>
                  <a:xfrm>
                    <a:off x="6713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p:cNvCxnSpPr/>
                  <p:nvPr userDrawn="1"/>
                </p:nvCxnSpPr>
                <p:spPr>
                  <a:xfrm>
                    <a:off x="729868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p:cNvCxnSpPr/>
                  <p:nvPr userDrawn="1"/>
                </p:nvCxnSpPr>
                <p:spPr>
                  <a:xfrm>
                    <a:off x="740902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p:cNvCxnSpPr/>
                  <p:nvPr userDrawn="1"/>
                </p:nvCxnSpPr>
                <p:spPr>
                  <a:xfrm>
                    <a:off x="799017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21" name="Group 41"/>
              <p:cNvGrpSpPr/>
              <p:nvPr userDrawn="1"/>
            </p:nvGrpSpPr>
            <p:grpSpPr>
              <a:xfrm>
                <a:off x="7002578" y="0"/>
                <a:ext cx="5178519" cy="6858000"/>
                <a:chOff x="3954578" y="0"/>
                <a:chExt cx="5178519" cy="6858000"/>
              </a:xfrm>
            </p:grpSpPr>
            <p:cxnSp>
              <p:nvCxnSpPr>
                <p:cNvPr id="22" name="Straight Connector 21"/>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cxnSp>
          <p:nvCxnSpPr>
            <p:cNvPr id="19" name="Straight Connector 18"/>
            <p:cNvCxnSpPr/>
            <p:nvPr userDrawn="1"/>
          </p:nvCxnSpPr>
          <p:spPr>
            <a:xfrm flipH="1">
              <a:off x="9599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1" y="2"/>
            <a:ext cx="12192000" cy="4585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sp>
        <p:nvSpPr>
          <p:cNvPr id="62" name="Title 1"/>
          <p:cNvSpPr>
            <a:spLocks noGrp="1"/>
          </p:cNvSpPr>
          <p:nvPr>
            <p:ph type="ctrTitle" sz="quarter"/>
          </p:nvPr>
        </p:nvSpPr>
        <p:spPr>
          <a:xfrm>
            <a:off x="429880" y="2529450"/>
            <a:ext cx="10363200" cy="710964"/>
          </a:xfrm>
        </p:spPr>
        <p:txBody>
          <a:bodyPr anchor="ctr" anchorCtr="0"/>
          <a:lstStyle>
            <a:lvl1pPr>
              <a:defRPr sz="4800" b="0">
                <a:solidFill>
                  <a:schemeClr val="bg1"/>
                </a:solidFill>
              </a:defRPr>
            </a:lvl1pPr>
          </a:lstStyle>
          <a:p>
            <a:r>
              <a:rPr lang="en-US" smtClean="0"/>
              <a:t>Click to edit Master title style</a:t>
            </a:r>
            <a:endParaRPr lang="en-US" dirty="0"/>
          </a:p>
        </p:txBody>
      </p:sp>
      <p:sp>
        <p:nvSpPr>
          <p:cNvPr id="63" name="Subtitle 2"/>
          <p:cNvSpPr>
            <a:spLocks noGrp="1"/>
          </p:cNvSpPr>
          <p:nvPr>
            <p:ph type="subTitle" sz="quarter" idx="1"/>
          </p:nvPr>
        </p:nvSpPr>
        <p:spPr>
          <a:xfrm>
            <a:off x="429880" y="4637994"/>
            <a:ext cx="11002433" cy="387798"/>
          </a:xfrm>
        </p:spPr>
        <p:txBody>
          <a:bodyPr/>
          <a:lstStyle>
            <a:lvl1pPr marL="0" indent="0">
              <a:buFontTx/>
              <a:buNone/>
              <a:defRPr sz="2800" b="0">
                <a:solidFill>
                  <a:srgbClr val="788288"/>
                </a:solidFill>
              </a:defRPr>
            </a:lvl1pPr>
          </a:lstStyle>
          <a:p>
            <a:r>
              <a:rPr lang="en-US" smtClean="0"/>
              <a:t>Click to edit Master subtitle style</a:t>
            </a:r>
            <a:endParaRPr lang="en-US" dirty="0"/>
          </a:p>
        </p:txBody>
      </p:sp>
      <p:pic>
        <p:nvPicPr>
          <p:cNvPr id="16" name="Picture 47" descr="Boeing_white_standard"/>
          <p:cNvPicPr>
            <a:picLocks noChangeAspect="1" noChangeArrowheads="1"/>
          </p:cNvPicPr>
          <p:nvPr/>
        </p:nvPicPr>
        <p:blipFill>
          <a:blip r:embed="rId2" cstate="print"/>
          <a:srcRect/>
          <a:stretch>
            <a:fillRect/>
          </a:stretch>
        </p:blipFill>
        <p:spPr bwMode="auto">
          <a:xfrm>
            <a:off x="431913" y="399734"/>
            <a:ext cx="1856271" cy="447675"/>
          </a:xfrm>
          <a:prstGeom prst="rect">
            <a:avLst/>
          </a:prstGeom>
          <a:noFill/>
        </p:spPr>
      </p:pic>
      <p:sp>
        <p:nvSpPr>
          <p:cNvPr id="3" name="Footer Placeholder 2"/>
          <p:cNvSpPr>
            <a:spLocks noGrp="1"/>
          </p:cNvSpPr>
          <p:nvPr>
            <p:ph type="ftr" sz="quarter" idx="12"/>
          </p:nvPr>
        </p:nvSpPr>
        <p:spPr>
          <a:xfrm>
            <a:off x="3962401" y="6394450"/>
            <a:ext cx="4267200" cy="374650"/>
          </a:xfrm>
          <a:prstGeom prst="rect">
            <a:avLst/>
          </a:prstGeom>
        </p:spPr>
        <p:txBody>
          <a:bodyPr/>
          <a:lstStyle/>
          <a:p>
            <a:r>
              <a:rPr lang="en-US" dirty="0" smtClean="0"/>
              <a:t>BOEING PROPRIETARY</a:t>
            </a:r>
            <a:endParaRPr lang="en-US" dirty="0"/>
          </a:p>
        </p:txBody>
      </p:sp>
      <p:sp>
        <p:nvSpPr>
          <p:cNvPr id="67" name="Rectangle 6"/>
          <p:cNvSpPr>
            <a:spLocks noChangeArrowheads="1"/>
          </p:cNvSpPr>
          <p:nvPr/>
        </p:nvSpPr>
        <p:spPr bwMode="auto">
          <a:xfrm>
            <a:off x="409735"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smtClean="0">
                <a:solidFill>
                  <a:srgbClr val="FFFFFF">
                    <a:lumMod val="50000"/>
                  </a:srgbClr>
                </a:solidFill>
              </a:rPr>
              <a:t>Copyright © 2018 Boeing. All rights reserved.</a:t>
            </a:r>
            <a:endParaRPr lang="en-US" sz="600" dirty="0">
              <a:solidFill>
                <a:srgbClr val="FFFFFF">
                  <a:lumMod val="50000"/>
                </a:srgbClr>
              </a:solidFill>
            </a:endParaRPr>
          </a:p>
        </p:txBody>
      </p:sp>
      <p:sp>
        <p:nvSpPr>
          <p:cNvPr id="70" name="TextBox 69"/>
          <p:cNvSpPr txBox="1"/>
          <p:nvPr/>
        </p:nvSpPr>
        <p:spPr>
          <a:xfrm>
            <a:off x="7856742" y="907635"/>
            <a:ext cx="2901961"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smtClean="0">
                <a:solidFill>
                  <a:srgbClr val="FFFFFF"/>
                </a:solidFill>
              </a:rPr>
              <a:t>Engineering, Test &amp; Technology</a:t>
            </a:r>
            <a:endParaRPr lang="en-US" sz="1400" b="1" dirty="0">
              <a:solidFill>
                <a:srgbClr val="FFFFFF"/>
              </a:solidFill>
            </a:endParaRPr>
          </a:p>
        </p:txBody>
      </p:sp>
      <p:sp>
        <p:nvSpPr>
          <p:cNvPr id="71" name="TextBox 70"/>
          <p:cNvSpPr txBox="1"/>
          <p:nvPr/>
        </p:nvSpPr>
        <p:spPr>
          <a:xfrm>
            <a:off x="8059825" y="1146414"/>
            <a:ext cx="2698878"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dirty="0" smtClean="0">
                <a:solidFill>
                  <a:srgbClr val="FFFFFF"/>
                </a:solidFill>
              </a:rPr>
              <a:t>Boeing Research &amp; Technology</a:t>
            </a:r>
          </a:p>
        </p:txBody>
      </p:sp>
    </p:spTree>
    <p:extLst>
      <p:ext uri="{BB962C8B-B14F-4D97-AF65-F5344CB8AC3E}">
        <p14:creationId xmlns:p14="http://schemas.microsoft.com/office/powerpoint/2010/main" val="1123491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grpSp>
        <p:nvGrpSpPr>
          <p:cNvPr id="11" name="Boeing 12 column grid" hidden="1"/>
          <p:cNvGrpSpPr/>
          <p:nvPr/>
        </p:nvGrpSpPr>
        <p:grpSpPr>
          <a:xfrm>
            <a:off x="0" y="0"/>
            <a:ext cx="12195176" cy="6858000"/>
            <a:chOff x="0" y="0"/>
            <a:chExt cx="12192000" cy="6858000"/>
          </a:xfrm>
        </p:grpSpPr>
        <p:grpSp>
          <p:nvGrpSpPr>
            <p:cNvPr id="13" name="Group 12"/>
            <p:cNvGrpSpPr/>
            <p:nvPr userDrawn="1"/>
          </p:nvGrpSpPr>
          <p:grpSpPr>
            <a:xfrm>
              <a:off x="0" y="0"/>
              <a:ext cx="12188825" cy="6858000"/>
              <a:chOff x="0" y="0"/>
              <a:chExt cx="12188825" cy="6858000"/>
            </a:xfrm>
          </p:grpSpPr>
          <p:grpSp>
            <p:nvGrpSpPr>
              <p:cNvPr id="18" name="Boeing 12 column grid"/>
              <p:cNvGrpSpPr/>
              <p:nvPr userDrawn="1"/>
            </p:nvGrpSpPr>
            <p:grpSpPr>
              <a:xfrm>
                <a:off x="0" y="461727"/>
                <a:ext cx="12188825" cy="5957180"/>
                <a:chOff x="129803" y="456356"/>
                <a:chExt cx="8890818" cy="5958732"/>
              </a:xfrm>
            </p:grpSpPr>
            <p:cxnSp>
              <p:nvCxnSpPr>
                <p:cNvPr id="23" name="Straight Connector 22"/>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p:cNvCxnSpPr/>
                <p:nvPr userDrawn="1"/>
              </p:nvCxnSpPr>
              <p:spPr>
                <a:xfrm>
                  <a:off x="464396" y="2136995"/>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464396" y="2432456"/>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459993" y="3288274"/>
                  <a:ext cx="8223097"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466598" y="3583735"/>
                  <a:ext cx="821649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64396" y="4424269"/>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p:cNvCxnSpPr/>
                <p:nvPr userDrawn="1"/>
              </p:nvCxnSpPr>
              <p:spPr>
                <a:xfrm>
                  <a:off x="462195" y="4719730"/>
                  <a:ext cx="8220896"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33" name="Rectangle 32"/>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cxnSp>
              <p:nvCxnSpPr>
                <p:cNvPr id="34" name="Straight Connector 33"/>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userDrawn="1"/>
              </p:nvCxnSpPr>
              <p:spPr>
                <a:xfrm>
                  <a:off x="129803" y="2284726"/>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userDrawn="1"/>
              </p:nvCxnSpPr>
              <p:spPr>
                <a:xfrm>
                  <a:off x="463550" y="3432679"/>
                  <a:ext cx="8223250" cy="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userDrawn="1"/>
              </p:nvCxnSpPr>
              <p:spPr>
                <a:xfrm>
                  <a:off x="129803" y="4572000"/>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39" name="Group 38"/>
                <p:cNvGrpSpPr/>
                <p:nvPr userDrawn="1"/>
              </p:nvGrpSpPr>
              <p:grpSpPr>
                <a:xfrm>
                  <a:off x="1043681" y="457200"/>
                  <a:ext cx="7060730" cy="5957888"/>
                  <a:chOff x="1043681" y="0"/>
                  <a:chExt cx="7060730" cy="6858000"/>
                </a:xfrm>
              </p:grpSpPr>
              <p:cxnSp>
                <p:nvCxnSpPr>
                  <p:cNvPr id="40" name="Straight Connector 39"/>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20"/>
                  <p:cNvCxnSpPr/>
                  <p:nvPr/>
                </p:nvCxnSpPr>
                <p:spPr>
                  <a:xfrm>
                    <a:off x="104368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15"/>
                  <p:cNvCxnSpPr/>
                  <p:nvPr/>
                </p:nvCxnSpPr>
                <p:spPr>
                  <a:xfrm>
                    <a:off x="11584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p:nvCxnSpPr>
                <p:spPr>
                  <a:xfrm>
                    <a:off x="174150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p:nvCxnSpPr>
                <p:spPr>
                  <a:xfrm>
                    <a:off x="243709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p:nvCxnSpPr>
                <p:spPr>
                  <a:xfrm>
                    <a:off x="532550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p:nvCxnSpPr>
                <p:spPr>
                  <a:xfrm>
                    <a:off x="25473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31288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userDrawn="1"/>
                </p:nvCxnSpPr>
                <p:spPr>
                  <a:xfrm>
                    <a:off x="324337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382641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39374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452230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462823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p:cNvCxnSpPr/>
                  <p:nvPr userDrawn="1"/>
                </p:nvCxnSpPr>
                <p:spPr>
                  <a:xfrm>
                    <a:off x="52137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p:nvPr userDrawn="1"/>
                </p:nvCxnSpPr>
                <p:spPr>
                  <a:xfrm>
                    <a:off x="810441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p:cNvCxnSpPr/>
                  <p:nvPr userDrawn="1"/>
                </p:nvCxnSpPr>
                <p:spPr>
                  <a:xfrm>
                    <a:off x="590715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p:cNvCxnSpPr/>
                  <p:nvPr userDrawn="1"/>
                </p:nvCxnSpPr>
                <p:spPr>
                  <a:xfrm>
                    <a:off x="601976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p:cNvCxnSpPr/>
                  <p:nvPr userDrawn="1"/>
                </p:nvCxnSpPr>
                <p:spPr>
                  <a:xfrm>
                    <a:off x="660501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p:cNvCxnSpPr/>
                  <p:nvPr userDrawn="1"/>
                </p:nvCxnSpPr>
                <p:spPr>
                  <a:xfrm>
                    <a:off x="6713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p:nvPr userDrawn="1"/>
                </p:nvCxnSpPr>
                <p:spPr>
                  <a:xfrm>
                    <a:off x="729868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p:cNvCxnSpPr/>
                  <p:nvPr userDrawn="1"/>
                </p:nvCxnSpPr>
                <p:spPr>
                  <a:xfrm>
                    <a:off x="740902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p:cNvCxnSpPr/>
                  <p:nvPr userDrawn="1"/>
                </p:nvCxnSpPr>
                <p:spPr>
                  <a:xfrm>
                    <a:off x="799017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19" name="Group 41"/>
              <p:cNvGrpSpPr/>
              <p:nvPr userDrawn="1"/>
            </p:nvGrpSpPr>
            <p:grpSpPr>
              <a:xfrm>
                <a:off x="7002578" y="0"/>
                <a:ext cx="5178519" cy="6858000"/>
                <a:chOff x="3954578" y="0"/>
                <a:chExt cx="5178519" cy="6858000"/>
              </a:xfrm>
            </p:grpSpPr>
            <p:cxnSp>
              <p:nvCxnSpPr>
                <p:cNvPr id="20" name="Straight Connector 19"/>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cxnSp>
          <p:nvCxnSpPr>
            <p:cNvPr id="17" name="Straight Connector 16"/>
            <p:cNvCxnSpPr/>
            <p:nvPr userDrawn="1"/>
          </p:nvCxnSpPr>
          <p:spPr>
            <a:xfrm flipH="1">
              <a:off x="9599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12" name="Rectangle 11"/>
          <p:cNvSpPr/>
          <p:nvPr userDrawn="1"/>
        </p:nvSpPr>
        <p:spPr>
          <a:xfrm>
            <a:off x="1" y="4585154"/>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sp>
        <p:nvSpPr>
          <p:cNvPr id="62" name="Title 1"/>
          <p:cNvSpPr>
            <a:spLocks noGrp="1"/>
          </p:cNvSpPr>
          <p:nvPr>
            <p:ph type="ctrTitle" sz="quarter"/>
          </p:nvPr>
        </p:nvSpPr>
        <p:spPr>
          <a:xfrm>
            <a:off x="419860" y="2529450"/>
            <a:ext cx="10363200" cy="710964"/>
          </a:xfrm>
        </p:spPr>
        <p:txBody>
          <a:bodyPr anchor="ctr" anchorCtr="0"/>
          <a:lstStyle>
            <a:lvl1pPr>
              <a:defRPr sz="4800" b="0">
                <a:solidFill>
                  <a:schemeClr val="tx2"/>
                </a:solidFill>
              </a:defRPr>
            </a:lvl1pPr>
          </a:lstStyle>
          <a:p>
            <a:r>
              <a:rPr lang="en-US" smtClean="0"/>
              <a:t>Click to edit Master title style</a:t>
            </a:r>
            <a:endParaRPr lang="en-US" dirty="0"/>
          </a:p>
        </p:txBody>
      </p:sp>
      <p:sp>
        <p:nvSpPr>
          <p:cNvPr id="63" name="Subtitle 2"/>
          <p:cNvSpPr>
            <a:spLocks noGrp="1"/>
          </p:cNvSpPr>
          <p:nvPr>
            <p:ph type="subTitle" sz="quarter" idx="1"/>
          </p:nvPr>
        </p:nvSpPr>
        <p:spPr>
          <a:xfrm>
            <a:off x="429880" y="4637994"/>
            <a:ext cx="11002433" cy="387798"/>
          </a:xfrm>
        </p:spPr>
        <p:txBody>
          <a:bodyPr/>
          <a:lstStyle>
            <a:lvl1pPr marL="0" indent="0">
              <a:buFontTx/>
              <a:buNone/>
              <a:defRPr sz="2800" b="0">
                <a:solidFill>
                  <a:schemeClr val="bg1"/>
                </a:solidFill>
              </a:defRPr>
            </a:lvl1pPr>
          </a:lstStyle>
          <a:p>
            <a:r>
              <a:rPr lang="en-US" smtClean="0"/>
              <a:t>Click to edit Master subtitle style</a:t>
            </a:r>
            <a:endParaRPr lang="en-US" dirty="0"/>
          </a:p>
        </p:txBody>
      </p:sp>
      <p:pic>
        <p:nvPicPr>
          <p:cNvPr id="16" name="Picture 53" descr="Boeing_RGBblue_standard"/>
          <p:cNvPicPr preferRelativeResize="0">
            <a:picLocks noChangeAspect="1" noChangeArrowheads="1"/>
          </p:cNvPicPr>
          <p:nvPr/>
        </p:nvPicPr>
        <p:blipFill>
          <a:blip r:embed="rId2" cstate="print"/>
          <a:srcRect/>
          <a:stretch>
            <a:fillRect/>
          </a:stretch>
        </p:blipFill>
        <p:spPr bwMode="auto">
          <a:xfrm>
            <a:off x="436042" y="398146"/>
            <a:ext cx="1838804" cy="442913"/>
          </a:xfrm>
          <a:prstGeom prst="rect">
            <a:avLst/>
          </a:prstGeom>
          <a:noFill/>
        </p:spPr>
      </p:pic>
      <p:sp>
        <p:nvSpPr>
          <p:cNvPr id="3" name="Footer Placeholder 2"/>
          <p:cNvSpPr>
            <a:spLocks noGrp="1"/>
          </p:cNvSpPr>
          <p:nvPr>
            <p:ph type="ftr" sz="quarter" idx="12"/>
          </p:nvPr>
        </p:nvSpPr>
        <p:spPr/>
        <p:txBody>
          <a:bodyPr/>
          <a:lstStyle>
            <a:lvl1pPr>
              <a:defRPr>
                <a:solidFill>
                  <a:schemeClr val="bg1"/>
                </a:solidFill>
              </a:defRPr>
            </a:lvl1pPr>
          </a:lstStyle>
          <a:p>
            <a:r>
              <a:rPr lang="en-US" dirty="0" smtClean="0">
                <a:solidFill>
                  <a:srgbClr val="FFFFFF"/>
                </a:solidFill>
              </a:rPr>
              <a:t>BOEING PROPRIETARY</a:t>
            </a:r>
            <a:endParaRPr lang="en-US" dirty="0">
              <a:solidFill>
                <a:srgbClr val="FFFFFF"/>
              </a:solidFill>
            </a:endParaRPr>
          </a:p>
        </p:txBody>
      </p:sp>
      <p:sp>
        <p:nvSpPr>
          <p:cNvPr id="68" name="Rectangle 6"/>
          <p:cNvSpPr>
            <a:spLocks noChangeArrowheads="1"/>
          </p:cNvSpPr>
          <p:nvPr/>
        </p:nvSpPr>
        <p:spPr bwMode="auto">
          <a:xfrm>
            <a:off x="409735"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smtClean="0">
                <a:solidFill>
                  <a:srgbClr val="FFFFFF"/>
                </a:solidFill>
              </a:rPr>
              <a:t>Copyright © 2018 Boeing. All rights reserved.</a:t>
            </a:r>
            <a:endParaRPr lang="en-US" sz="600" dirty="0">
              <a:solidFill>
                <a:srgbClr val="FFFFFF"/>
              </a:solidFill>
            </a:endParaRPr>
          </a:p>
        </p:txBody>
      </p:sp>
      <p:sp>
        <p:nvSpPr>
          <p:cNvPr id="81" name="TextBox 80"/>
          <p:cNvSpPr txBox="1"/>
          <p:nvPr/>
        </p:nvSpPr>
        <p:spPr>
          <a:xfrm>
            <a:off x="8059825" y="1146414"/>
            <a:ext cx="2698878"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dirty="0" smtClean="0">
                <a:solidFill>
                  <a:srgbClr val="0039A6"/>
                </a:solidFill>
              </a:rPr>
              <a:t>Boeing Research &amp; Technology</a:t>
            </a:r>
          </a:p>
        </p:txBody>
      </p:sp>
      <p:sp>
        <p:nvSpPr>
          <p:cNvPr id="82" name="TextBox 81"/>
          <p:cNvSpPr txBox="1"/>
          <p:nvPr/>
        </p:nvSpPr>
        <p:spPr>
          <a:xfrm>
            <a:off x="7856742" y="907635"/>
            <a:ext cx="2901961"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smtClean="0">
                <a:solidFill>
                  <a:srgbClr val="0039A6"/>
                </a:solidFill>
              </a:rPr>
              <a:t>Engineering, Test &amp; Technology</a:t>
            </a:r>
          </a:p>
        </p:txBody>
      </p:sp>
    </p:spTree>
    <p:extLst>
      <p:ext uri="{BB962C8B-B14F-4D97-AF65-F5344CB8AC3E}">
        <p14:creationId xmlns:p14="http://schemas.microsoft.com/office/powerpoint/2010/main" val="1985116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grpSp>
        <p:nvGrpSpPr>
          <p:cNvPr id="13" name="Boeing 12 column grid" hidden="1"/>
          <p:cNvGrpSpPr/>
          <p:nvPr/>
        </p:nvGrpSpPr>
        <p:grpSpPr>
          <a:xfrm>
            <a:off x="0" y="0"/>
            <a:ext cx="12195176" cy="6858000"/>
            <a:chOff x="0" y="0"/>
            <a:chExt cx="12192000" cy="6858000"/>
          </a:xfrm>
        </p:grpSpPr>
        <p:grpSp>
          <p:nvGrpSpPr>
            <p:cNvPr id="14" name="Group 13"/>
            <p:cNvGrpSpPr/>
            <p:nvPr userDrawn="1"/>
          </p:nvGrpSpPr>
          <p:grpSpPr>
            <a:xfrm>
              <a:off x="0" y="0"/>
              <a:ext cx="12188825" cy="6858000"/>
              <a:chOff x="0" y="0"/>
              <a:chExt cx="12188825" cy="6858000"/>
            </a:xfrm>
          </p:grpSpPr>
          <p:grpSp>
            <p:nvGrpSpPr>
              <p:cNvPr id="17" name="Boeing 12 column grid"/>
              <p:cNvGrpSpPr/>
              <p:nvPr userDrawn="1"/>
            </p:nvGrpSpPr>
            <p:grpSpPr>
              <a:xfrm>
                <a:off x="0" y="461727"/>
                <a:ext cx="12188825" cy="5957180"/>
                <a:chOff x="129803" y="456356"/>
                <a:chExt cx="8890818" cy="5958732"/>
              </a:xfrm>
            </p:grpSpPr>
            <p:cxnSp>
              <p:nvCxnSpPr>
                <p:cNvPr id="22" name="Straight Connector 21"/>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p:cNvCxnSpPr/>
                <p:nvPr userDrawn="1"/>
              </p:nvCxnSpPr>
              <p:spPr>
                <a:xfrm>
                  <a:off x="464396" y="2136995"/>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p:cNvCxnSpPr/>
                <p:nvPr userDrawn="1"/>
              </p:nvCxnSpPr>
              <p:spPr>
                <a:xfrm>
                  <a:off x="464396" y="2432456"/>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459993" y="3288274"/>
                  <a:ext cx="8223097"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466598" y="3583735"/>
                  <a:ext cx="821649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464396" y="4424269"/>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62195" y="4719730"/>
                  <a:ext cx="8220896"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32" name="Rectangle 31"/>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cxnSp>
              <p:nvCxnSpPr>
                <p:cNvPr id="33" name="Straight Connector 32"/>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userDrawn="1"/>
              </p:nvCxnSpPr>
              <p:spPr>
                <a:xfrm>
                  <a:off x="129803" y="2284726"/>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userDrawn="1"/>
              </p:nvCxnSpPr>
              <p:spPr>
                <a:xfrm>
                  <a:off x="463550" y="3432679"/>
                  <a:ext cx="8223250" cy="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userDrawn="1"/>
              </p:nvCxnSpPr>
              <p:spPr>
                <a:xfrm>
                  <a:off x="129803" y="4572000"/>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38" name="Group 37"/>
                <p:cNvGrpSpPr/>
                <p:nvPr userDrawn="1"/>
              </p:nvGrpSpPr>
              <p:grpSpPr>
                <a:xfrm>
                  <a:off x="1043681" y="457200"/>
                  <a:ext cx="7060730" cy="5957888"/>
                  <a:chOff x="1043681" y="0"/>
                  <a:chExt cx="7060730" cy="6858000"/>
                </a:xfrm>
              </p:grpSpPr>
              <p:cxnSp>
                <p:nvCxnSpPr>
                  <p:cNvPr id="39" name="Straight Connector 38"/>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20"/>
                  <p:cNvCxnSpPr/>
                  <p:nvPr/>
                </p:nvCxnSpPr>
                <p:spPr>
                  <a:xfrm>
                    <a:off x="104368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15"/>
                  <p:cNvCxnSpPr/>
                  <p:nvPr/>
                </p:nvCxnSpPr>
                <p:spPr>
                  <a:xfrm>
                    <a:off x="11584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p:cNvCxnSpPr/>
                  <p:nvPr/>
                </p:nvCxnSpPr>
                <p:spPr>
                  <a:xfrm>
                    <a:off x="174150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p:nvCxnSpPr>
                <p:spPr>
                  <a:xfrm>
                    <a:off x="243709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p:nvCxnSpPr>
                <p:spPr>
                  <a:xfrm>
                    <a:off x="532550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p:nvCxnSpPr>
                <p:spPr>
                  <a:xfrm>
                    <a:off x="25473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userDrawn="1"/>
                </p:nvCxnSpPr>
                <p:spPr>
                  <a:xfrm>
                    <a:off x="31288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324337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userDrawn="1"/>
                </p:nvCxnSpPr>
                <p:spPr>
                  <a:xfrm>
                    <a:off x="382641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39374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452230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462823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52137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p:cNvCxnSpPr/>
                  <p:nvPr userDrawn="1"/>
                </p:nvCxnSpPr>
                <p:spPr>
                  <a:xfrm>
                    <a:off x="810441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p:nvPr userDrawn="1"/>
                </p:nvCxnSpPr>
                <p:spPr>
                  <a:xfrm>
                    <a:off x="590715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p:cNvCxnSpPr/>
                  <p:nvPr userDrawn="1"/>
                </p:nvCxnSpPr>
                <p:spPr>
                  <a:xfrm>
                    <a:off x="601976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p:cNvCxnSpPr/>
                  <p:nvPr userDrawn="1"/>
                </p:nvCxnSpPr>
                <p:spPr>
                  <a:xfrm>
                    <a:off x="660501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p:cNvCxnSpPr/>
                  <p:nvPr userDrawn="1"/>
                </p:nvCxnSpPr>
                <p:spPr>
                  <a:xfrm>
                    <a:off x="6713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p:cNvCxnSpPr/>
                  <p:nvPr userDrawn="1"/>
                </p:nvCxnSpPr>
                <p:spPr>
                  <a:xfrm>
                    <a:off x="729868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p:cNvCxnSpPr/>
                  <p:nvPr userDrawn="1"/>
                </p:nvCxnSpPr>
                <p:spPr>
                  <a:xfrm>
                    <a:off x="740902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p:cNvCxnSpPr/>
                  <p:nvPr userDrawn="1"/>
                </p:nvCxnSpPr>
                <p:spPr>
                  <a:xfrm>
                    <a:off x="799017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18" name="Group 41"/>
              <p:cNvGrpSpPr/>
              <p:nvPr userDrawn="1"/>
            </p:nvGrpSpPr>
            <p:grpSpPr>
              <a:xfrm>
                <a:off x="7002578" y="0"/>
                <a:ext cx="5178519" cy="6858000"/>
                <a:chOff x="3954578" y="0"/>
                <a:chExt cx="5178519" cy="6858000"/>
              </a:xfrm>
            </p:grpSpPr>
            <p:cxnSp>
              <p:nvCxnSpPr>
                <p:cNvPr id="19" name="Straight Connector 18"/>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cxnSp>
          <p:nvCxnSpPr>
            <p:cNvPr id="16" name="Straight Connector 15"/>
            <p:cNvCxnSpPr/>
            <p:nvPr userDrawn="1"/>
          </p:nvCxnSpPr>
          <p:spPr>
            <a:xfrm flipH="1">
              <a:off x="9599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62" name="Title 1"/>
          <p:cNvSpPr>
            <a:spLocks noGrp="1"/>
          </p:cNvSpPr>
          <p:nvPr>
            <p:ph type="ctrTitle" sz="quarter"/>
          </p:nvPr>
        </p:nvSpPr>
        <p:spPr>
          <a:xfrm>
            <a:off x="429880" y="2529450"/>
            <a:ext cx="10363200" cy="710964"/>
          </a:xfrm>
        </p:spPr>
        <p:txBody>
          <a:bodyPr anchor="ctr" anchorCtr="0"/>
          <a:lstStyle>
            <a:lvl1pPr>
              <a:defRPr sz="4800" b="0">
                <a:solidFill>
                  <a:schemeClr val="tx2"/>
                </a:solidFill>
              </a:defRPr>
            </a:lvl1pPr>
          </a:lstStyle>
          <a:p>
            <a:r>
              <a:rPr lang="en-US" smtClean="0"/>
              <a:t>Click to edit Master title style</a:t>
            </a:r>
            <a:endParaRPr lang="en-US" dirty="0"/>
          </a:p>
        </p:txBody>
      </p:sp>
      <p:sp>
        <p:nvSpPr>
          <p:cNvPr id="63" name="Subtitle 2"/>
          <p:cNvSpPr>
            <a:spLocks noGrp="1"/>
          </p:cNvSpPr>
          <p:nvPr>
            <p:ph type="subTitle" sz="quarter" idx="1"/>
          </p:nvPr>
        </p:nvSpPr>
        <p:spPr>
          <a:xfrm>
            <a:off x="429880" y="4637994"/>
            <a:ext cx="11002433" cy="387798"/>
          </a:xfrm>
        </p:spPr>
        <p:txBody>
          <a:bodyPr/>
          <a:lstStyle>
            <a:lvl1pPr marL="0" indent="0">
              <a:buFontTx/>
              <a:buNone/>
              <a:defRPr sz="2800" b="0">
                <a:solidFill>
                  <a:schemeClr val="tx2"/>
                </a:solidFill>
              </a:defRPr>
            </a:lvl1pPr>
          </a:lstStyle>
          <a:p>
            <a:r>
              <a:rPr lang="en-US" smtClean="0"/>
              <a:t>Click to edit Master subtitle style</a:t>
            </a:r>
            <a:endParaRPr lang="en-US" dirty="0"/>
          </a:p>
        </p:txBody>
      </p:sp>
      <p:cxnSp>
        <p:nvCxnSpPr>
          <p:cNvPr id="4" name="Straight Connector 3"/>
          <p:cNvCxnSpPr/>
          <p:nvPr/>
        </p:nvCxnSpPr>
        <p:spPr>
          <a:xfrm>
            <a:off x="1" y="4581144"/>
            <a:ext cx="12192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64" name="Picture 53" descr="Boeing_RGBblue_standard"/>
          <p:cNvPicPr preferRelativeResize="0">
            <a:picLocks noChangeAspect="1" noChangeArrowheads="1"/>
          </p:cNvPicPr>
          <p:nvPr/>
        </p:nvPicPr>
        <p:blipFill>
          <a:blip r:embed="rId2" cstate="print"/>
          <a:srcRect/>
          <a:stretch>
            <a:fillRect/>
          </a:stretch>
        </p:blipFill>
        <p:spPr bwMode="auto">
          <a:xfrm>
            <a:off x="436042" y="398146"/>
            <a:ext cx="1838804" cy="442913"/>
          </a:xfrm>
          <a:prstGeom prst="rect">
            <a:avLst/>
          </a:prstGeom>
          <a:noFill/>
        </p:spPr>
      </p:pic>
      <p:sp>
        <p:nvSpPr>
          <p:cNvPr id="3" name="Footer Placeholder 2"/>
          <p:cNvSpPr>
            <a:spLocks noGrp="1"/>
          </p:cNvSpPr>
          <p:nvPr>
            <p:ph type="ftr" sz="quarter" idx="12"/>
          </p:nvPr>
        </p:nvSpPr>
        <p:spPr/>
        <p:txBody>
          <a:bodyPr/>
          <a:lstStyle/>
          <a:p>
            <a:r>
              <a:rPr lang="en-US" dirty="0" smtClean="0"/>
              <a:t>BOEING PROPRIETARY</a:t>
            </a:r>
            <a:endParaRPr lang="en-US" dirty="0"/>
          </a:p>
        </p:txBody>
      </p:sp>
      <p:sp>
        <p:nvSpPr>
          <p:cNvPr id="68" name="Rectangle 6"/>
          <p:cNvSpPr>
            <a:spLocks noChangeArrowheads="1"/>
          </p:cNvSpPr>
          <p:nvPr/>
        </p:nvSpPr>
        <p:spPr bwMode="auto">
          <a:xfrm>
            <a:off x="409735"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smtClean="0">
                <a:solidFill>
                  <a:srgbClr val="FFFFFF">
                    <a:lumMod val="50000"/>
                  </a:srgbClr>
                </a:solidFill>
              </a:rPr>
              <a:t>Copyright © 2018 Boeing. All rights reserved.</a:t>
            </a:r>
            <a:endParaRPr lang="en-US" sz="600" dirty="0">
              <a:solidFill>
                <a:srgbClr val="FFFFFF">
                  <a:lumMod val="50000"/>
                </a:srgbClr>
              </a:solidFill>
            </a:endParaRPr>
          </a:p>
        </p:txBody>
      </p:sp>
      <p:sp>
        <p:nvSpPr>
          <p:cNvPr id="65" name="TextBox 64"/>
          <p:cNvSpPr txBox="1"/>
          <p:nvPr/>
        </p:nvSpPr>
        <p:spPr>
          <a:xfrm>
            <a:off x="8059825" y="1146414"/>
            <a:ext cx="2698878"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dirty="0" smtClean="0">
                <a:solidFill>
                  <a:srgbClr val="0039A6"/>
                </a:solidFill>
              </a:rPr>
              <a:t>Boeing Research &amp; Technology</a:t>
            </a:r>
          </a:p>
        </p:txBody>
      </p:sp>
      <p:sp>
        <p:nvSpPr>
          <p:cNvPr id="66" name="TextBox 65"/>
          <p:cNvSpPr txBox="1"/>
          <p:nvPr/>
        </p:nvSpPr>
        <p:spPr>
          <a:xfrm>
            <a:off x="7856742" y="907635"/>
            <a:ext cx="2901961" cy="307777"/>
          </a:xfrm>
          <a:prstGeom prst="rect">
            <a:avLst/>
          </a:prstGeom>
          <a:noFill/>
        </p:spPr>
        <p:txBody>
          <a:bodyPr wrap="none" lIns="91440" tIns="45720" rIns="91440" bIns="45720" rtlCol="0" anchor="t" anchorCtr="0">
            <a:spAutoFit/>
          </a:bodyPr>
          <a:lstStyle/>
          <a:p>
            <a:pPr algn="r" fontAlgn="base">
              <a:spcBef>
                <a:spcPct val="0"/>
              </a:spcBef>
              <a:spcAft>
                <a:spcPct val="0"/>
              </a:spcAft>
            </a:pPr>
            <a:r>
              <a:rPr lang="en-US" sz="1400" b="1" dirty="0" smtClean="0">
                <a:solidFill>
                  <a:srgbClr val="0039A6"/>
                </a:solidFill>
              </a:rPr>
              <a:t>Engineering, Test &amp; Technology</a:t>
            </a:r>
          </a:p>
        </p:txBody>
      </p:sp>
    </p:spTree>
    <p:extLst>
      <p:ext uri="{BB962C8B-B14F-4D97-AF65-F5344CB8AC3E}">
        <p14:creationId xmlns:p14="http://schemas.microsoft.com/office/powerpoint/2010/main" val="3547990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14"/>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15"/>
          </p:nvPr>
        </p:nvSpPr>
        <p:spPr/>
        <p:txBody>
          <a:bodyPr/>
          <a:lstStyle/>
          <a:p>
            <a:r>
              <a:rPr lang="en-US" dirty="0" smtClean="0"/>
              <a:t>BOEING PROPRIETARY</a:t>
            </a:r>
            <a:endParaRPr lang="en-US" dirty="0"/>
          </a:p>
        </p:txBody>
      </p:sp>
      <p:sp>
        <p:nvSpPr>
          <p:cNvPr id="8" name="Content Placeholder 5"/>
          <p:cNvSpPr>
            <a:spLocks noGrp="1"/>
          </p:cNvSpPr>
          <p:nvPr>
            <p:ph sz="quarter" idx="16"/>
          </p:nvPr>
        </p:nvSpPr>
        <p:spPr>
          <a:xfrm>
            <a:off x="405489" y="1283209"/>
            <a:ext cx="11314074"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1587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ubtitle and Conten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4" name="Slide Number Placeholder 3"/>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5" name="Footer Placeholder 4"/>
          <p:cNvSpPr>
            <a:spLocks noGrp="1"/>
          </p:cNvSpPr>
          <p:nvPr>
            <p:ph type="ftr" sz="quarter" idx="16"/>
          </p:nvPr>
        </p:nvSpPr>
        <p:spPr/>
        <p:txBody>
          <a:bodyPr/>
          <a:lstStyle/>
          <a:p>
            <a:r>
              <a:rPr lang="en-US" dirty="0" smtClean="0"/>
              <a:t>BOEING PROPRIETARY</a:t>
            </a:r>
            <a:endParaRPr lang="en-US" dirty="0"/>
          </a:p>
        </p:txBody>
      </p:sp>
      <p:sp>
        <p:nvSpPr>
          <p:cNvPr id="9" name="Text Placeholder 8"/>
          <p:cNvSpPr>
            <a:spLocks noGrp="1"/>
          </p:cNvSpPr>
          <p:nvPr>
            <p:ph type="body" sz="quarter" idx="13"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8" name="Content Placeholder 5"/>
          <p:cNvSpPr>
            <a:spLocks noGrp="1"/>
          </p:cNvSpPr>
          <p:nvPr>
            <p:ph sz="quarter" idx="17"/>
          </p:nvPr>
        </p:nvSpPr>
        <p:spPr>
          <a:xfrm>
            <a:off x="405489" y="1283209"/>
            <a:ext cx="11314074"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27261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Slide Number Placeholder 3"/>
          <p:cNvSpPr>
            <a:spLocks noGrp="1"/>
          </p:cNvSpPr>
          <p:nvPr>
            <p:ph type="sldNum" sz="quarter" idx="11"/>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6" name="Footer Placeholder 5"/>
          <p:cNvSpPr>
            <a:spLocks noGrp="1"/>
          </p:cNvSpPr>
          <p:nvPr>
            <p:ph type="ftr" sz="quarter" idx="12"/>
          </p:nvPr>
        </p:nvSpPr>
        <p:spPr/>
        <p:txBody>
          <a:bodyPr/>
          <a:lstStyle/>
          <a:p>
            <a:r>
              <a:rPr lang="en-US" dirty="0" smtClean="0"/>
              <a:t>BOEING PROPRIETARY</a:t>
            </a:r>
            <a:endParaRPr lang="en-US" dirty="0"/>
          </a:p>
        </p:txBody>
      </p:sp>
      <p:sp>
        <p:nvSpPr>
          <p:cNvPr id="7" name="Content Placeholder 5"/>
          <p:cNvSpPr>
            <a:spLocks noGrp="1"/>
          </p:cNvSpPr>
          <p:nvPr>
            <p:ph sz="quarter" idx="13"/>
          </p:nvPr>
        </p:nvSpPr>
        <p:spPr>
          <a:xfrm>
            <a:off x="405489" y="1283209"/>
            <a:ext cx="11314074"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06150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with Tag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Slide Number Placeholder 3"/>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5" name="Footer Placeholder 4"/>
          <p:cNvSpPr>
            <a:spLocks noGrp="1"/>
          </p:cNvSpPr>
          <p:nvPr>
            <p:ph type="ftr" sz="quarter" idx="16"/>
          </p:nvPr>
        </p:nvSpPr>
        <p:spPr/>
        <p:txBody>
          <a:bodyPr/>
          <a:lstStyle/>
          <a:p>
            <a:r>
              <a:rPr lang="en-US" dirty="0" smtClean="0"/>
              <a:t>BOEING PROPRIETARY</a:t>
            </a:r>
            <a:endParaRPr lang="en-US" dirty="0"/>
          </a:p>
        </p:txBody>
      </p:sp>
      <p:sp>
        <p:nvSpPr>
          <p:cNvPr id="7" name="Text Placeholder 8"/>
          <p:cNvSpPr>
            <a:spLocks noGrp="1"/>
          </p:cNvSpPr>
          <p:nvPr>
            <p:ph type="body" sz="quarter" idx="13"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8" name="Content Placeholder 5"/>
          <p:cNvSpPr>
            <a:spLocks noGrp="1"/>
          </p:cNvSpPr>
          <p:nvPr>
            <p:ph sz="quarter" idx="12"/>
          </p:nvPr>
        </p:nvSpPr>
        <p:spPr>
          <a:xfrm>
            <a:off x="405489" y="1283209"/>
            <a:ext cx="11314074"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64163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Slide Number Placeholder 2"/>
          <p:cNvSpPr>
            <a:spLocks noGrp="1"/>
          </p:cNvSpPr>
          <p:nvPr>
            <p:ph type="sldNum" sz="quarter" idx="11"/>
          </p:nvPr>
        </p:nvSpPr>
        <p:spPr/>
        <p:txBody>
          <a:bodyPr/>
          <a:lstStyle/>
          <a:p>
            <a:pPr>
              <a:defRPr/>
            </a:pPr>
            <a:r>
              <a:rPr lang="en-US" dirty="0" smtClean="0">
                <a:solidFill>
                  <a:srgbClr val="000000"/>
                </a:solidFill>
                <a:cs typeface="Arial" charset="0"/>
              </a:rPr>
              <a:t> </a:t>
            </a:r>
            <a:fld id="{A9EA785C-4FDD-45B5-8041-F7266FD40E29}" type="slidenum">
              <a:rPr lang="en-US" smtClean="0">
                <a:solidFill>
                  <a:srgbClr val="000000"/>
                </a:solidFill>
                <a:cs typeface="Arial" charset="0"/>
              </a:rPr>
              <a:pPr>
                <a:defRPr/>
              </a:pPr>
              <a:t>‹#›</a:t>
            </a:fld>
            <a:endParaRPr lang="en-US" dirty="0">
              <a:solidFill>
                <a:srgbClr val="000000"/>
              </a:solidFill>
              <a:cs typeface="Arial" charset="0"/>
            </a:endParaRPr>
          </a:p>
        </p:txBody>
      </p:sp>
      <p:sp>
        <p:nvSpPr>
          <p:cNvPr id="5" name="Footer Placeholder 4"/>
          <p:cNvSpPr>
            <a:spLocks noGrp="1"/>
          </p:cNvSpPr>
          <p:nvPr>
            <p:ph type="ftr" sz="quarter" idx="12"/>
          </p:nvPr>
        </p:nvSpPr>
        <p:spPr/>
        <p:txBody>
          <a:bodyPr/>
          <a:lstStyle/>
          <a:p>
            <a:pPr>
              <a:defRPr/>
            </a:pPr>
            <a:r>
              <a:rPr lang="en-US" smtClean="0">
                <a:solidFill>
                  <a:srgbClr val="000000"/>
                </a:solidFill>
                <a:cs typeface="Arial" charset="0"/>
              </a:rPr>
              <a:t>BOEING PROPRIETARY</a:t>
            </a:r>
            <a:endParaRPr lang="en-US" dirty="0">
              <a:solidFill>
                <a:srgbClr val="000000"/>
              </a:solidFill>
              <a:cs typeface="Arial" charset="0"/>
            </a:endParaRPr>
          </a:p>
        </p:txBody>
      </p:sp>
    </p:spTree>
    <p:extLst>
      <p:ext uri="{BB962C8B-B14F-4D97-AF65-F5344CB8AC3E}">
        <p14:creationId xmlns:p14="http://schemas.microsoft.com/office/powerpoint/2010/main" val="250461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Only">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14"/>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5"/>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278156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4"/>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5" name="Footer Placeholder 4"/>
          <p:cNvSpPr>
            <a:spLocks noGrp="1"/>
          </p:cNvSpPr>
          <p:nvPr>
            <p:ph type="ftr" sz="quarter" idx="15"/>
          </p:nvPr>
        </p:nvSpPr>
        <p:spPr/>
        <p:txBody>
          <a:bodyPr/>
          <a:lstStyle/>
          <a:p>
            <a:r>
              <a:rPr lang="en-US" dirty="0" smtClean="0"/>
              <a:t>BOEING PROPRIETARY</a:t>
            </a:r>
            <a:endParaRPr lang="en-US" dirty="0"/>
          </a:p>
        </p:txBody>
      </p:sp>
      <p:sp>
        <p:nvSpPr>
          <p:cNvPr id="9" name="Content Placeholder 5"/>
          <p:cNvSpPr>
            <a:spLocks noGrp="1"/>
          </p:cNvSpPr>
          <p:nvPr>
            <p:ph sz="quarter" idx="17"/>
          </p:nvPr>
        </p:nvSpPr>
        <p:spPr>
          <a:xfrm>
            <a:off x="405489"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5"/>
          <p:cNvSpPr>
            <a:spLocks noGrp="1"/>
          </p:cNvSpPr>
          <p:nvPr>
            <p:ph sz="quarter" idx="18"/>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38544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Subtitl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5" name="Footer Placeholder 4"/>
          <p:cNvSpPr>
            <a:spLocks noGrp="1"/>
          </p:cNvSpPr>
          <p:nvPr>
            <p:ph type="ftr" sz="quarter" idx="16"/>
          </p:nvPr>
        </p:nvSpPr>
        <p:spPr/>
        <p:txBody>
          <a:bodyPr/>
          <a:lstStyle/>
          <a:p>
            <a:r>
              <a:rPr lang="en-US" dirty="0" smtClean="0"/>
              <a:t>BOEING PROPRIETARY</a:t>
            </a:r>
            <a:endParaRPr lang="en-US" dirty="0"/>
          </a:p>
        </p:txBody>
      </p:sp>
      <p:sp>
        <p:nvSpPr>
          <p:cNvPr id="9" name="Text Placeholder 8"/>
          <p:cNvSpPr>
            <a:spLocks noGrp="1"/>
          </p:cNvSpPr>
          <p:nvPr>
            <p:ph type="body" sz="quarter" idx="13"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0" name="Content Placeholder 5"/>
          <p:cNvSpPr>
            <a:spLocks noGrp="1"/>
          </p:cNvSpPr>
          <p:nvPr>
            <p:ph sz="quarter" idx="17"/>
          </p:nvPr>
        </p:nvSpPr>
        <p:spPr>
          <a:xfrm>
            <a:off x="405489"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5"/>
          <p:cNvSpPr>
            <a:spLocks noGrp="1"/>
          </p:cNvSpPr>
          <p:nvPr>
            <p:ph sz="quarter" idx="18"/>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12927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Slide Number Placeholder 5"/>
          <p:cNvSpPr>
            <a:spLocks noGrp="1"/>
          </p:cNvSpPr>
          <p:nvPr>
            <p:ph type="sldNum" sz="quarter" idx="11"/>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5" name="Footer Placeholder 4"/>
          <p:cNvSpPr>
            <a:spLocks noGrp="1"/>
          </p:cNvSpPr>
          <p:nvPr>
            <p:ph type="ftr" sz="quarter" idx="12"/>
          </p:nvPr>
        </p:nvSpPr>
        <p:spPr/>
        <p:txBody>
          <a:bodyPr/>
          <a:lstStyle/>
          <a:p>
            <a:r>
              <a:rPr lang="en-US" dirty="0" smtClean="0"/>
              <a:t>BOEING PROPRIETARY</a:t>
            </a:r>
            <a:endParaRPr lang="en-US" dirty="0"/>
          </a:p>
        </p:txBody>
      </p:sp>
      <p:sp>
        <p:nvSpPr>
          <p:cNvPr id="9" name="Content Placeholder 5"/>
          <p:cNvSpPr>
            <a:spLocks noGrp="1"/>
          </p:cNvSpPr>
          <p:nvPr>
            <p:ph sz="quarter" idx="17"/>
          </p:nvPr>
        </p:nvSpPr>
        <p:spPr>
          <a:xfrm>
            <a:off x="405489"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0" name="Content Placeholder 5"/>
          <p:cNvSpPr>
            <a:spLocks noGrp="1"/>
          </p:cNvSpPr>
          <p:nvPr>
            <p:ph sz="quarter" idx="18"/>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6747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wo Content with Tag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Slide Number Placeholder 5"/>
          <p:cNvSpPr>
            <a:spLocks noGrp="1"/>
          </p:cNvSpPr>
          <p:nvPr>
            <p:ph type="sldNum" sz="quarter" idx="15"/>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5" name="Footer Placeholder 4"/>
          <p:cNvSpPr>
            <a:spLocks noGrp="1"/>
          </p:cNvSpPr>
          <p:nvPr>
            <p:ph type="ftr" sz="quarter" idx="16"/>
          </p:nvPr>
        </p:nvSpPr>
        <p:spPr/>
        <p:txBody>
          <a:bodyPr/>
          <a:lstStyle/>
          <a:p>
            <a:r>
              <a:rPr lang="en-US" dirty="0" smtClean="0"/>
              <a:t>BOEING PROPRIETARY</a:t>
            </a:r>
            <a:endParaRPr lang="en-US" dirty="0"/>
          </a:p>
        </p:txBody>
      </p:sp>
      <p:sp>
        <p:nvSpPr>
          <p:cNvPr id="8" name="Text Placeholder 8"/>
          <p:cNvSpPr>
            <a:spLocks noGrp="1"/>
          </p:cNvSpPr>
          <p:nvPr>
            <p:ph type="body" sz="quarter" idx="13"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1" name="Content Placeholder 5"/>
          <p:cNvSpPr>
            <a:spLocks noGrp="1"/>
          </p:cNvSpPr>
          <p:nvPr>
            <p:ph sz="quarter" idx="17"/>
          </p:nvPr>
        </p:nvSpPr>
        <p:spPr>
          <a:xfrm>
            <a:off x="405489"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2" name="Content Placeholder 5"/>
          <p:cNvSpPr>
            <a:spLocks noGrp="1"/>
          </p:cNvSpPr>
          <p:nvPr>
            <p:ph sz="quarter" idx="18"/>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54899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and Content + stoplight">
    <p:spTree>
      <p:nvGrpSpPr>
        <p:cNvPr id="1" name=""/>
        <p:cNvGrpSpPr/>
        <p:nvPr/>
      </p:nvGrpSpPr>
      <p:grpSpPr>
        <a:xfrm>
          <a:off x="0" y="0"/>
          <a:ext cx="0" cy="0"/>
          <a:chOff x="0" y="0"/>
          <a:chExt cx="0" cy="0"/>
        </a:xfrm>
      </p:grpSpPr>
      <p:sp>
        <p:nvSpPr>
          <p:cNvPr id="2" name="Title 1"/>
          <p:cNvSpPr>
            <a:spLocks noGrp="1"/>
          </p:cNvSpPr>
          <p:nvPr>
            <p:ph type="title"/>
          </p:nvPr>
        </p:nvSpPr>
        <p:spPr>
          <a:xfrm>
            <a:off x="448173" y="457201"/>
            <a:ext cx="10972801"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3" y="777241"/>
            <a:ext cx="10972801"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4" name="Rectangle 3"/>
          <p:cNvSpPr/>
          <p:nvPr/>
        </p:nvSpPr>
        <p:spPr>
          <a:xfrm>
            <a:off x="10119361" y="638343"/>
            <a:ext cx="426720" cy="292608"/>
          </a:xfrm>
          <a:prstGeom prst="rect">
            <a:avLst/>
          </a:prstGeom>
          <a:solidFill>
            <a:srgbClr val="0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smtClean="0">
                <a:solidFill>
                  <a:srgbClr val="FFFFFF"/>
                </a:solidFill>
              </a:rPr>
              <a:t>G</a:t>
            </a:r>
            <a:endParaRPr lang="en-US" sz="1400" b="1" dirty="0">
              <a:solidFill>
                <a:srgbClr val="FFFFFF"/>
              </a:solidFill>
            </a:endParaRPr>
          </a:p>
        </p:txBody>
      </p:sp>
      <p:sp>
        <p:nvSpPr>
          <p:cNvPr id="8" name="Rectangle 7"/>
          <p:cNvSpPr/>
          <p:nvPr/>
        </p:nvSpPr>
        <p:spPr>
          <a:xfrm>
            <a:off x="10647680" y="638343"/>
            <a:ext cx="426720" cy="29260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smtClean="0">
                <a:solidFill>
                  <a:sysClr val="windowText" lastClr="000000"/>
                </a:solidFill>
              </a:rPr>
              <a:t>Y</a:t>
            </a:r>
            <a:endParaRPr lang="en-US" sz="1400" b="1" dirty="0">
              <a:solidFill>
                <a:sysClr val="windowText" lastClr="000000"/>
              </a:solidFill>
            </a:endParaRPr>
          </a:p>
        </p:txBody>
      </p:sp>
      <p:sp>
        <p:nvSpPr>
          <p:cNvPr id="9" name="Rectangle 8"/>
          <p:cNvSpPr/>
          <p:nvPr/>
        </p:nvSpPr>
        <p:spPr>
          <a:xfrm>
            <a:off x="11176001" y="638343"/>
            <a:ext cx="426720" cy="29260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400" b="1" dirty="0" smtClean="0">
                <a:solidFill>
                  <a:srgbClr val="FFFFFF"/>
                </a:solidFill>
              </a:rPr>
              <a:t>R</a:t>
            </a:r>
            <a:endParaRPr lang="en-US" sz="1400" b="1" dirty="0">
              <a:solidFill>
                <a:srgbClr val="FFFFFF"/>
              </a:solidFill>
            </a:endParaRPr>
          </a:p>
        </p:txBody>
      </p:sp>
      <p:sp>
        <p:nvSpPr>
          <p:cNvPr id="10" name="TextBox 9"/>
          <p:cNvSpPr txBox="1"/>
          <p:nvPr/>
        </p:nvSpPr>
        <p:spPr>
          <a:xfrm>
            <a:off x="10017760" y="417365"/>
            <a:ext cx="1717040" cy="246221"/>
          </a:xfrm>
          <a:prstGeom prst="rect">
            <a:avLst/>
          </a:prstGeom>
          <a:noFill/>
        </p:spPr>
        <p:txBody>
          <a:bodyPr wrap="square" rtlCol="0">
            <a:spAutoFit/>
          </a:bodyPr>
          <a:lstStyle/>
          <a:p>
            <a:pPr fontAlgn="base">
              <a:spcBef>
                <a:spcPct val="0"/>
              </a:spcBef>
              <a:spcAft>
                <a:spcPct val="0"/>
              </a:spcAft>
            </a:pPr>
            <a:r>
              <a:rPr lang="en-US" sz="1000" dirty="0" smtClean="0">
                <a:solidFill>
                  <a:srgbClr val="000000"/>
                </a:solidFill>
              </a:rPr>
              <a:t>Prev | Curr       YE</a:t>
            </a:r>
            <a:endParaRPr lang="en-US" sz="1000" dirty="0">
              <a:solidFill>
                <a:srgbClr val="000000"/>
              </a:solidFill>
            </a:endParaRPr>
          </a:p>
        </p:txBody>
      </p:sp>
      <p:sp>
        <p:nvSpPr>
          <p:cNvPr id="5" name="Slide Number Placeholder 4"/>
          <p:cNvSpPr>
            <a:spLocks noGrp="1"/>
          </p:cNvSpPr>
          <p:nvPr>
            <p:ph type="sldNum" sz="quarter" idx="14"/>
          </p:nvPr>
        </p:nvSpPr>
        <p:spPr/>
        <p:txBody>
          <a:bodyPr/>
          <a:lstStyle/>
          <a:p>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6" name="Footer Placeholder 5"/>
          <p:cNvSpPr>
            <a:spLocks noGrp="1"/>
          </p:cNvSpPr>
          <p:nvPr>
            <p:ph type="ftr" sz="quarter" idx="15"/>
          </p:nvPr>
        </p:nvSpPr>
        <p:spPr/>
        <p:txBody>
          <a:bodyPr/>
          <a:lstStyle/>
          <a:p>
            <a:r>
              <a:rPr lang="en-US" dirty="0" smtClean="0"/>
              <a:t>BOEING PROPRIETARY</a:t>
            </a:r>
            <a:endParaRPr lang="en-US" dirty="0"/>
          </a:p>
        </p:txBody>
      </p:sp>
      <p:sp>
        <p:nvSpPr>
          <p:cNvPr id="14" name="Content Placeholder 13"/>
          <p:cNvSpPr>
            <a:spLocks noGrp="1"/>
          </p:cNvSpPr>
          <p:nvPr>
            <p:ph sz="quarter" idx="18"/>
          </p:nvPr>
        </p:nvSpPr>
        <p:spPr>
          <a:xfrm>
            <a:off x="400155" y="1283209"/>
            <a:ext cx="11334527"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734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Title, Subtitle and Content + nav buttons">
    <p:spTree>
      <p:nvGrpSpPr>
        <p:cNvPr id="1" name=""/>
        <p:cNvGrpSpPr/>
        <p:nvPr/>
      </p:nvGrpSpPr>
      <p:grpSpPr>
        <a:xfrm>
          <a:off x="0" y="0"/>
          <a:ext cx="0" cy="0"/>
          <a:chOff x="0" y="0"/>
          <a:chExt cx="0" cy="0"/>
        </a:xfrm>
      </p:grpSpPr>
      <p:sp>
        <p:nvSpPr>
          <p:cNvPr id="2" name="Title 1"/>
          <p:cNvSpPr>
            <a:spLocks noGrp="1"/>
          </p:cNvSpPr>
          <p:nvPr>
            <p:ph type="title"/>
          </p:nvPr>
        </p:nvSpPr>
        <p:spPr>
          <a:xfrm>
            <a:off x="448173" y="457201"/>
            <a:ext cx="10972801"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3" y="777241"/>
            <a:ext cx="10972801"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11" name="Action Button: Back or Previous 10">
            <a:hlinkClick r:id="" action="ppaction://hlinkshowjump?jump=previousslide" highlightClick="1"/>
          </p:cNvPr>
          <p:cNvSpPr/>
          <p:nvPr/>
        </p:nvSpPr>
        <p:spPr>
          <a:xfrm>
            <a:off x="10728960" y="493660"/>
            <a:ext cx="243841" cy="182880"/>
          </a:xfrm>
          <a:prstGeom prst="actionButtonBackPrevious">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sp>
        <p:nvSpPr>
          <p:cNvPr id="12" name="Action Button: Forward or Next 11">
            <a:hlinkClick r:id="" action="ppaction://hlinkshowjump?jump=nextslide" highlightClick="1"/>
          </p:cNvPr>
          <p:cNvSpPr/>
          <p:nvPr/>
        </p:nvSpPr>
        <p:spPr>
          <a:xfrm>
            <a:off x="11326368" y="493660"/>
            <a:ext cx="243841" cy="182880"/>
          </a:xfrm>
          <a:prstGeom prst="actionButtonForwardNex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sp>
        <p:nvSpPr>
          <p:cNvPr id="13" name="Action Button: Home 12">
            <a:hlinkClick r:id="" action="ppaction://hlinkshowjump?jump=firstslide" highlightClick="1"/>
          </p:cNvPr>
          <p:cNvSpPr/>
          <p:nvPr/>
        </p:nvSpPr>
        <p:spPr>
          <a:xfrm>
            <a:off x="11021568" y="493660"/>
            <a:ext cx="243841" cy="182880"/>
          </a:xfrm>
          <a:prstGeom prst="actionButtonHom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sp>
        <p:nvSpPr>
          <p:cNvPr id="5" name="Slide Number Placeholder 4"/>
          <p:cNvSpPr>
            <a:spLocks noGrp="1"/>
          </p:cNvSpPr>
          <p:nvPr>
            <p:ph type="sldNum" sz="quarter" idx="14"/>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15"/>
          </p:nvPr>
        </p:nvSpPr>
        <p:spPr/>
        <p:txBody>
          <a:bodyPr/>
          <a:lstStyle/>
          <a:p>
            <a:r>
              <a:rPr lang="en-US" dirty="0" smtClean="0"/>
              <a:t>BOEING PROPRIETARY</a:t>
            </a:r>
            <a:endParaRPr lang="en-US" dirty="0"/>
          </a:p>
        </p:txBody>
      </p:sp>
      <p:sp>
        <p:nvSpPr>
          <p:cNvPr id="10" name="Content Placeholder 13"/>
          <p:cNvSpPr>
            <a:spLocks noGrp="1"/>
          </p:cNvSpPr>
          <p:nvPr>
            <p:ph sz="quarter" idx="18"/>
          </p:nvPr>
        </p:nvSpPr>
        <p:spPr>
          <a:xfrm>
            <a:off x="400155" y="1283209"/>
            <a:ext cx="11334527"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9713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10" name="Picture Placeholder 9"/>
          <p:cNvSpPr>
            <a:spLocks noGrp="1"/>
          </p:cNvSpPr>
          <p:nvPr>
            <p:ph type="pic" sz="quarter" idx="13"/>
          </p:nvPr>
        </p:nvSpPr>
        <p:spPr>
          <a:xfrm>
            <a:off x="1" y="1600199"/>
            <a:ext cx="12192000" cy="4800600"/>
          </a:xfrm>
          <a:solidFill>
            <a:srgbClr val="97C5EB"/>
          </a:solidFill>
        </p:spPr>
        <p:txBody>
          <a:bodyPr>
            <a:noAutofit/>
          </a:bodyPr>
          <a:lstStyle/>
          <a:p>
            <a:r>
              <a:rPr lang="en-US" smtClean="0"/>
              <a:t>Click icon to add picture</a:t>
            </a:r>
            <a:endParaRPr lang="en-US" dirty="0"/>
          </a:p>
        </p:txBody>
      </p:sp>
      <p:sp>
        <p:nvSpPr>
          <p:cNvPr id="5" name="Slide Number Placeholder 4"/>
          <p:cNvSpPr>
            <a:spLocks noGrp="1"/>
          </p:cNvSpPr>
          <p:nvPr>
            <p:ph type="sldNum" sz="quarter" idx="15"/>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6"/>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1534536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Picture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16"/>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7"/>
          </p:nvPr>
        </p:nvSpPr>
        <p:spPr/>
        <p:txBody>
          <a:bodyPr/>
          <a:lstStyle/>
          <a:p>
            <a:r>
              <a:rPr lang="en-US" dirty="0" smtClean="0"/>
              <a:t>BOEING PROPRIETARY</a:t>
            </a:r>
            <a:endParaRPr lang="en-US" dirty="0"/>
          </a:p>
        </p:txBody>
      </p:sp>
      <p:sp>
        <p:nvSpPr>
          <p:cNvPr id="8" name="Text Placeholder 8"/>
          <p:cNvSpPr>
            <a:spLocks noGrp="1"/>
          </p:cNvSpPr>
          <p:nvPr>
            <p:ph type="body" sz="quarter" idx="14"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9" name="Picture Placeholder 9"/>
          <p:cNvSpPr>
            <a:spLocks noGrp="1"/>
          </p:cNvSpPr>
          <p:nvPr>
            <p:ph type="pic" sz="quarter" idx="13"/>
          </p:nvPr>
        </p:nvSpPr>
        <p:spPr>
          <a:xfrm>
            <a:off x="1" y="1600199"/>
            <a:ext cx="12192000" cy="4480560"/>
          </a:xfrm>
          <a:solidFill>
            <a:srgbClr val="97C5EB"/>
          </a:solidFill>
        </p:spPr>
        <p:txBody>
          <a:bodyPr>
            <a:noAutofit/>
          </a:bodyPr>
          <a:lstStyle/>
          <a:p>
            <a:r>
              <a:rPr lang="en-US" smtClean="0"/>
              <a:t>Click icon to add picture</a:t>
            </a:r>
            <a:endParaRPr lang="en-US" dirty="0"/>
          </a:p>
        </p:txBody>
      </p:sp>
    </p:spTree>
    <p:extLst>
      <p:ext uri="{BB962C8B-B14F-4D97-AF65-F5344CB8AC3E}">
        <p14:creationId xmlns:p14="http://schemas.microsoft.com/office/powerpoint/2010/main" val="2103808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Subtitle and content with two pictures">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6"/>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7"/>
          </p:nvPr>
        </p:nvSpPr>
        <p:spPr/>
        <p:txBody>
          <a:bodyPr/>
          <a:lstStyle/>
          <a:p>
            <a:r>
              <a:rPr lang="en-US" dirty="0" smtClean="0"/>
              <a:t>BOEING PROPRIETARY</a:t>
            </a:r>
            <a:endParaRPr lang="en-US" dirty="0"/>
          </a:p>
        </p:txBody>
      </p:sp>
      <p:sp>
        <p:nvSpPr>
          <p:cNvPr id="11" name="Picture Placeholder 9"/>
          <p:cNvSpPr>
            <a:spLocks noGrp="1"/>
          </p:cNvSpPr>
          <p:nvPr>
            <p:ph type="pic" sz="quarter" idx="13"/>
          </p:nvPr>
        </p:nvSpPr>
        <p:spPr>
          <a:xfrm>
            <a:off x="458907" y="1287682"/>
            <a:ext cx="5487829" cy="2286000"/>
          </a:xfrm>
          <a:solidFill>
            <a:srgbClr val="97C5EB"/>
          </a:solidFill>
        </p:spPr>
        <p:txBody>
          <a:bodyPr>
            <a:noAutofit/>
          </a:bodyPr>
          <a:lstStyle/>
          <a:p>
            <a:r>
              <a:rPr lang="en-US" smtClean="0"/>
              <a:t>Click icon to add picture</a:t>
            </a:r>
            <a:endParaRPr lang="en-US" dirty="0"/>
          </a:p>
        </p:txBody>
      </p:sp>
      <p:sp>
        <p:nvSpPr>
          <p:cNvPr id="12" name="Picture Placeholder 9"/>
          <p:cNvSpPr>
            <a:spLocks noGrp="1"/>
          </p:cNvSpPr>
          <p:nvPr>
            <p:ph type="pic" sz="quarter" idx="14"/>
          </p:nvPr>
        </p:nvSpPr>
        <p:spPr>
          <a:xfrm>
            <a:off x="458907" y="3872421"/>
            <a:ext cx="5487829" cy="2286000"/>
          </a:xfrm>
          <a:solidFill>
            <a:srgbClr val="97C5EB"/>
          </a:solidFill>
        </p:spPr>
        <p:txBody>
          <a:bodyPr>
            <a:noAutofit/>
          </a:bodyPr>
          <a:lstStyle/>
          <a:p>
            <a:r>
              <a:rPr lang="en-US" smtClean="0"/>
              <a:t>Click icon to add picture</a:t>
            </a:r>
            <a:endParaRPr lang="en-US" dirty="0"/>
          </a:p>
        </p:txBody>
      </p:sp>
      <p:sp>
        <p:nvSpPr>
          <p:cNvPr id="13" name="Content Placeholder 5"/>
          <p:cNvSpPr>
            <a:spLocks noGrp="1"/>
          </p:cNvSpPr>
          <p:nvPr>
            <p:ph sz="quarter" idx="18"/>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44212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Content, two pictures,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8"/>
          </p:nvPr>
        </p:nvSpPr>
        <p:spPr/>
        <p:txBody>
          <a:bodyPr/>
          <a:lstStyle/>
          <a:p>
            <a:r>
              <a:rPr lang="en-US" dirty="0" smtClean="0"/>
              <a:t>BOEING PROPRIETARY</a:t>
            </a:r>
            <a:endParaRPr lang="en-US" dirty="0"/>
          </a:p>
        </p:txBody>
      </p:sp>
      <p:sp>
        <p:nvSpPr>
          <p:cNvPr id="11" name="Text Placeholder 8"/>
          <p:cNvSpPr>
            <a:spLocks noGrp="1"/>
          </p:cNvSpPr>
          <p:nvPr>
            <p:ph type="body" sz="quarter" idx="15"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3" name="Picture Placeholder 9"/>
          <p:cNvSpPr>
            <a:spLocks noGrp="1"/>
          </p:cNvSpPr>
          <p:nvPr>
            <p:ph type="pic" sz="quarter" idx="13"/>
          </p:nvPr>
        </p:nvSpPr>
        <p:spPr>
          <a:xfrm>
            <a:off x="458907" y="1287682"/>
            <a:ext cx="5487829" cy="2286000"/>
          </a:xfrm>
          <a:solidFill>
            <a:srgbClr val="97C5EB"/>
          </a:solidFill>
        </p:spPr>
        <p:txBody>
          <a:bodyPr>
            <a:noAutofit/>
          </a:bodyPr>
          <a:lstStyle/>
          <a:p>
            <a:r>
              <a:rPr lang="en-US" smtClean="0"/>
              <a:t>Click icon to add picture</a:t>
            </a:r>
            <a:endParaRPr lang="en-US" dirty="0"/>
          </a:p>
        </p:txBody>
      </p:sp>
      <p:sp>
        <p:nvSpPr>
          <p:cNvPr id="14" name="Picture Placeholder 9"/>
          <p:cNvSpPr>
            <a:spLocks noGrp="1"/>
          </p:cNvSpPr>
          <p:nvPr>
            <p:ph type="pic" sz="quarter" idx="14"/>
          </p:nvPr>
        </p:nvSpPr>
        <p:spPr>
          <a:xfrm>
            <a:off x="458907" y="3772213"/>
            <a:ext cx="5487829" cy="2286000"/>
          </a:xfrm>
          <a:solidFill>
            <a:srgbClr val="97C5EB"/>
          </a:solidFill>
        </p:spPr>
        <p:txBody>
          <a:bodyPr>
            <a:noAutofit/>
          </a:bodyPr>
          <a:lstStyle/>
          <a:p>
            <a:r>
              <a:rPr lang="en-US" smtClean="0"/>
              <a:t>Click icon to add picture</a:t>
            </a:r>
            <a:endParaRPr lang="en-US" dirty="0"/>
          </a:p>
        </p:txBody>
      </p:sp>
      <p:sp>
        <p:nvSpPr>
          <p:cNvPr id="15" name="Content Placeholder 5"/>
          <p:cNvSpPr>
            <a:spLocks noGrp="1"/>
          </p:cNvSpPr>
          <p:nvPr>
            <p:ph sz="quarter" idx="19"/>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999995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ubtitle and Rt content with one pict">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5"/>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6"/>
          </p:nvPr>
        </p:nvSpPr>
        <p:spPr/>
        <p:txBody>
          <a:bodyPr/>
          <a:lstStyle/>
          <a:p>
            <a:r>
              <a:rPr lang="en-US" dirty="0" smtClean="0"/>
              <a:t>BOEING PROPRIETARY</a:t>
            </a:r>
            <a:endParaRPr lang="en-US" dirty="0"/>
          </a:p>
        </p:txBody>
      </p:sp>
      <p:sp>
        <p:nvSpPr>
          <p:cNvPr id="12" name="Picture Placeholder 9"/>
          <p:cNvSpPr>
            <a:spLocks noGrp="1"/>
          </p:cNvSpPr>
          <p:nvPr>
            <p:ph type="pic" sz="quarter" idx="13"/>
          </p:nvPr>
        </p:nvSpPr>
        <p:spPr>
          <a:xfrm>
            <a:off x="458907" y="1287682"/>
            <a:ext cx="5487829" cy="4862597"/>
          </a:xfrm>
          <a:solidFill>
            <a:srgbClr val="97C5EB"/>
          </a:solidFill>
        </p:spPr>
        <p:txBody>
          <a:bodyPr>
            <a:noAutofit/>
          </a:bodyPr>
          <a:lstStyle/>
          <a:p>
            <a:r>
              <a:rPr lang="en-US" smtClean="0"/>
              <a:t>Click icon to add picture</a:t>
            </a:r>
            <a:endParaRPr lang="en-US" dirty="0"/>
          </a:p>
        </p:txBody>
      </p:sp>
      <p:sp>
        <p:nvSpPr>
          <p:cNvPr id="9" name="Content Placeholder 5"/>
          <p:cNvSpPr>
            <a:spLocks noGrp="1"/>
          </p:cNvSpPr>
          <p:nvPr>
            <p:ph sz="quarter" idx="19"/>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192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ubtitle, Rt Content with one pic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8"/>
          </p:nvPr>
        </p:nvSpPr>
        <p:spPr/>
        <p:txBody>
          <a:bodyPr/>
          <a:lstStyle/>
          <a:p>
            <a:r>
              <a:rPr lang="en-US" dirty="0" smtClean="0"/>
              <a:t>BOEING PROPRIETARY</a:t>
            </a:r>
            <a:endParaRPr lang="en-US" dirty="0"/>
          </a:p>
        </p:txBody>
      </p:sp>
      <p:sp>
        <p:nvSpPr>
          <p:cNvPr id="11" name="Text Placeholder 8"/>
          <p:cNvSpPr>
            <a:spLocks noGrp="1"/>
          </p:cNvSpPr>
          <p:nvPr>
            <p:ph type="body" sz="quarter" idx="15"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0" name="Picture Placeholder 9"/>
          <p:cNvSpPr>
            <a:spLocks noGrp="1"/>
          </p:cNvSpPr>
          <p:nvPr>
            <p:ph type="pic" sz="quarter" idx="13"/>
          </p:nvPr>
        </p:nvSpPr>
        <p:spPr>
          <a:xfrm>
            <a:off x="458907" y="1287682"/>
            <a:ext cx="5487829" cy="4762390"/>
          </a:xfrm>
          <a:solidFill>
            <a:srgbClr val="97C5EB"/>
          </a:solidFill>
        </p:spPr>
        <p:txBody>
          <a:bodyPr>
            <a:noAutofit/>
          </a:bodyPr>
          <a:lstStyle/>
          <a:p>
            <a:r>
              <a:rPr lang="en-US" smtClean="0"/>
              <a:t>Click icon to add picture</a:t>
            </a:r>
            <a:endParaRPr lang="en-US" dirty="0"/>
          </a:p>
        </p:txBody>
      </p:sp>
      <p:sp>
        <p:nvSpPr>
          <p:cNvPr id="9" name="Content Placeholder 5"/>
          <p:cNvSpPr>
            <a:spLocks noGrp="1"/>
          </p:cNvSpPr>
          <p:nvPr>
            <p:ph sz="quarter" idx="19"/>
          </p:nvPr>
        </p:nvSpPr>
        <p:spPr>
          <a:xfrm>
            <a:off x="6115546"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20568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and Lft content with one pictur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9" name="Picture Placeholder 9"/>
          <p:cNvSpPr>
            <a:spLocks noGrp="1"/>
          </p:cNvSpPr>
          <p:nvPr>
            <p:ph type="pic" sz="quarter" idx="13"/>
          </p:nvPr>
        </p:nvSpPr>
        <p:spPr>
          <a:xfrm>
            <a:off x="6259554" y="1289304"/>
            <a:ext cx="5487829" cy="4864608"/>
          </a:xfrm>
          <a:solidFill>
            <a:srgbClr val="97C5EB"/>
          </a:solidFill>
        </p:spPr>
        <p:txBody>
          <a:bodyPr>
            <a:noAutofit/>
          </a:bodyPr>
          <a:lstStyle/>
          <a:p>
            <a:r>
              <a:rPr lang="en-US" smtClean="0"/>
              <a:t>Click icon to add picture</a:t>
            </a:r>
            <a:endParaRPr lang="en-US" dirty="0"/>
          </a:p>
        </p:txBody>
      </p:sp>
      <p:sp>
        <p:nvSpPr>
          <p:cNvPr id="6" name="Slide Number Placeholder 5"/>
          <p:cNvSpPr>
            <a:spLocks noGrp="1"/>
          </p:cNvSpPr>
          <p:nvPr>
            <p:ph type="sldNum" sz="quarter" idx="15"/>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6"/>
          </p:nvPr>
        </p:nvSpPr>
        <p:spPr/>
        <p:txBody>
          <a:bodyPr/>
          <a:lstStyle/>
          <a:p>
            <a:r>
              <a:rPr lang="en-US" dirty="0" smtClean="0"/>
              <a:t>BOEING PROPRIETARY</a:t>
            </a:r>
            <a:endParaRPr lang="en-US" dirty="0"/>
          </a:p>
        </p:txBody>
      </p:sp>
      <p:sp>
        <p:nvSpPr>
          <p:cNvPr id="10" name="Content Placeholder 5"/>
          <p:cNvSpPr>
            <a:spLocks noGrp="1"/>
          </p:cNvSpPr>
          <p:nvPr>
            <p:ph sz="quarter" idx="19"/>
          </p:nvPr>
        </p:nvSpPr>
        <p:spPr>
          <a:xfrm>
            <a:off x="411587"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60136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Lft Content with one pic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8"/>
          </p:nvPr>
        </p:nvSpPr>
        <p:spPr/>
        <p:txBody>
          <a:bodyPr/>
          <a:lstStyle/>
          <a:p>
            <a:r>
              <a:rPr lang="en-US" dirty="0" smtClean="0"/>
              <a:t>BOEING PROPRIETARY</a:t>
            </a:r>
            <a:endParaRPr lang="en-US" dirty="0"/>
          </a:p>
        </p:txBody>
      </p:sp>
      <p:sp>
        <p:nvSpPr>
          <p:cNvPr id="11" name="Text Placeholder 8"/>
          <p:cNvSpPr>
            <a:spLocks noGrp="1"/>
          </p:cNvSpPr>
          <p:nvPr>
            <p:ph type="body" sz="quarter" idx="15"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0" name="Picture Placeholder 9"/>
          <p:cNvSpPr>
            <a:spLocks noGrp="1"/>
          </p:cNvSpPr>
          <p:nvPr>
            <p:ph type="pic" sz="quarter" idx="13"/>
          </p:nvPr>
        </p:nvSpPr>
        <p:spPr>
          <a:xfrm>
            <a:off x="6259554" y="1289304"/>
            <a:ext cx="5487829" cy="4764024"/>
          </a:xfrm>
          <a:solidFill>
            <a:srgbClr val="97C5EB"/>
          </a:solidFill>
        </p:spPr>
        <p:txBody>
          <a:bodyPr>
            <a:noAutofit/>
          </a:bodyPr>
          <a:lstStyle/>
          <a:p>
            <a:r>
              <a:rPr lang="en-US" smtClean="0"/>
              <a:t>Click icon to add picture</a:t>
            </a:r>
            <a:endParaRPr lang="en-US" dirty="0"/>
          </a:p>
        </p:txBody>
      </p:sp>
      <p:sp>
        <p:nvSpPr>
          <p:cNvPr id="9" name="Content Placeholder 5"/>
          <p:cNvSpPr>
            <a:spLocks noGrp="1"/>
          </p:cNvSpPr>
          <p:nvPr>
            <p:ph sz="quarter" idx="19"/>
          </p:nvPr>
        </p:nvSpPr>
        <p:spPr>
          <a:xfrm>
            <a:off x="411587"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4904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and Lft content with 2 pictures">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6"/>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7"/>
          </p:nvPr>
        </p:nvSpPr>
        <p:spPr/>
        <p:txBody>
          <a:bodyPr/>
          <a:lstStyle/>
          <a:p>
            <a:r>
              <a:rPr lang="en-US" dirty="0" smtClean="0"/>
              <a:t>BOEING PROPRIETARY</a:t>
            </a:r>
            <a:endParaRPr lang="en-US" dirty="0"/>
          </a:p>
        </p:txBody>
      </p:sp>
      <p:sp>
        <p:nvSpPr>
          <p:cNvPr id="11" name="Picture Placeholder 9"/>
          <p:cNvSpPr>
            <a:spLocks noGrp="1"/>
          </p:cNvSpPr>
          <p:nvPr>
            <p:ph type="pic" sz="quarter" idx="13"/>
          </p:nvPr>
        </p:nvSpPr>
        <p:spPr>
          <a:xfrm>
            <a:off x="6259554" y="1287682"/>
            <a:ext cx="5487829" cy="2286000"/>
          </a:xfrm>
          <a:solidFill>
            <a:srgbClr val="97C5EB"/>
          </a:solidFill>
        </p:spPr>
        <p:txBody>
          <a:bodyPr>
            <a:noAutofit/>
          </a:bodyPr>
          <a:lstStyle/>
          <a:p>
            <a:r>
              <a:rPr lang="en-US" smtClean="0"/>
              <a:t>Click icon to add picture</a:t>
            </a:r>
            <a:endParaRPr lang="en-US" dirty="0"/>
          </a:p>
        </p:txBody>
      </p:sp>
      <p:sp>
        <p:nvSpPr>
          <p:cNvPr id="12" name="Picture Placeholder 9"/>
          <p:cNvSpPr>
            <a:spLocks noGrp="1"/>
          </p:cNvSpPr>
          <p:nvPr>
            <p:ph type="pic" sz="quarter" idx="14"/>
          </p:nvPr>
        </p:nvSpPr>
        <p:spPr>
          <a:xfrm>
            <a:off x="6259554" y="3872421"/>
            <a:ext cx="5487829" cy="2286000"/>
          </a:xfrm>
          <a:solidFill>
            <a:srgbClr val="97C5EB"/>
          </a:solidFill>
        </p:spPr>
        <p:txBody>
          <a:bodyPr>
            <a:noAutofit/>
          </a:bodyPr>
          <a:lstStyle/>
          <a:p>
            <a:r>
              <a:rPr lang="en-US" smtClean="0"/>
              <a:t>Click icon to add picture</a:t>
            </a:r>
            <a:endParaRPr lang="en-US" dirty="0"/>
          </a:p>
        </p:txBody>
      </p:sp>
      <p:sp>
        <p:nvSpPr>
          <p:cNvPr id="9" name="Content Placeholder 5"/>
          <p:cNvSpPr>
            <a:spLocks noGrp="1"/>
          </p:cNvSpPr>
          <p:nvPr>
            <p:ph sz="quarter" idx="19"/>
          </p:nvPr>
        </p:nvSpPr>
        <p:spPr>
          <a:xfrm>
            <a:off x="411587"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9653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Lft Content, 2 pictures +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8"/>
          </p:nvPr>
        </p:nvSpPr>
        <p:spPr/>
        <p:txBody>
          <a:bodyPr/>
          <a:lstStyle/>
          <a:p>
            <a:r>
              <a:rPr lang="en-US" dirty="0" smtClean="0"/>
              <a:t>BOEING PROPRIETARY</a:t>
            </a:r>
            <a:endParaRPr lang="en-US" dirty="0"/>
          </a:p>
        </p:txBody>
      </p:sp>
      <p:sp>
        <p:nvSpPr>
          <p:cNvPr id="11" name="Text Placeholder 8"/>
          <p:cNvSpPr>
            <a:spLocks noGrp="1"/>
          </p:cNvSpPr>
          <p:nvPr>
            <p:ph type="body" sz="quarter" idx="15"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2" name="Picture Placeholder 9"/>
          <p:cNvSpPr>
            <a:spLocks noGrp="1"/>
          </p:cNvSpPr>
          <p:nvPr>
            <p:ph type="pic" sz="quarter" idx="13"/>
          </p:nvPr>
        </p:nvSpPr>
        <p:spPr>
          <a:xfrm>
            <a:off x="6259554" y="1287682"/>
            <a:ext cx="5487829" cy="2286000"/>
          </a:xfrm>
          <a:solidFill>
            <a:srgbClr val="97C5EB"/>
          </a:solidFill>
        </p:spPr>
        <p:txBody>
          <a:bodyPr>
            <a:noAutofit/>
          </a:bodyPr>
          <a:lstStyle/>
          <a:p>
            <a:r>
              <a:rPr lang="en-US" smtClean="0"/>
              <a:t>Click icon to add picture</a:t>
            </a:r>
            <a:endParaRPr lang="en-US" dirty="0"/>
          </a:p>
        </p:txBody>
      </p:sp>
      <p:sp>
        <p:nvSpPr>
          <p:cNvPr id="13" name="Picture Placeholder 9"/>
          <p:cNvSpPr>
            <a:spLocks noGrp="1"/>
          </p:cNvSpPr>
          <p:nvPr>
            <p:ph type="pic" sz="quarter" idx="14"/>
          </p:nvPr>
        </p:nvSpPr>
        <p:spPr>
          <a:xfrm>
            <a:off x="6259554" y="3759687"/>
            <a:ext cx="5487829" cy="2286000"/>
          </a:xfrm>
          <a:solidFill>
            <a:srgbClr val="97C5EB"/>
          </a:solidFill>
        </p:spPr>
        <p:txBody>
          <a:bodyPr>
            <a:noAutofit/>
          </a:bodyPr>
          <a:lstStyle/>
          <a:p>
            <a:r>
              <a:rPr lang="en-US" smtClean="0"/>
              <a:t>Click icon to add picture</a:t>
            </a:r>
            <a:endParaRPr lang="en-US" dirty="0"/>
          </a:p>
        </p:txBody>
      </p:sp>
      <p:sp>
        <p:nvSpPr>
          <p:cNvPr id="10" name="Content Placeholder 5"/>
          <p:cNvSpPr>
            <a:spLocks noGrp="1"/>
          </p:cNvSpPr>
          <p:nvPr>
            <p:ph sz="quarter" idx="19"/>
          </p:nvPr>
        </p:nvSpPr>
        <p:spPr>
          <a:xfrm>
            <a:off x="411587" y="1283209"/>
            <a:ext cx="5487829"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64155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and Lft content with 2 screen capture">
    <p:spTree>
      <p:nvGrpSpPr>
        <p:cNvPr id="1" name=""/>
        <p:cNvGrpSpPr/>
        <p:nvPr/>
      </p:nvGrpSpPr>
      <p:grpSpPr>
        <a:xfrm>
          <a:off x="0" y="0"/>
          <a:ext cx="0" cy="0"/>
          <a:chOff x="0" y="0"/>
          <a:chExt cx="0" cy="0"/>
        </a:xfrm>
      </p:grpSpPr>
      <p:sp>
        <p:nvSpPr>
          <p:cNvPr id="11" name="Picture Placeholder 9"/>
          <p:cNvSpPr>
            <a:spLocks noGrp="1"/>
          </p:cNvSpPr>
          <p:nvPr>
            <p:ph type="pic" sz="quarter" idx="18"/>
          </p:nvPr>
        </p:nvSpPr>
        <p:spPr>
          <a:xfrm>
            <a:off x="7392281" y="1287682"/>
            <a:ext cx="4355102" cy="2286000"/>
          </a:xfrm>
          <a:solidFill>
            <a:srgbClr val="97C5EB"/>
          </a:solidFill>
        </p:spPr>
        <p:txBody>
          <a:bodyPr>
            <a:noAutofit/>
          </a:bodyPr>
          <a:lstStyle/>
          <a:p>
            <a:r>
              <a:rPr lang="en-US" smtClean="0"/>
              <a:t>Click icon to add picture</a:t>
            </a:r>
            <a:endParaRPr lang="en-US" dirty="0"/>
          </a:p>
        </p:txBody>
      </p:sp>
      <p:sp>
        <p:nvSpPr>
          <p:cNvPr id="12" name="Picture Placeholder 9"/>
          <p:cNvSpPr>
            <a:spLocks noGrp="1"/>
          </p:cNvSpPr>
          <p:nvPr>
            <p:ph type="pic" sz="quarter" idx="19"/>
          </p:nvPr>
        </p:nvSpPr>
        <p:spPr>
          <a:xfrm>
            <a:off x="7392281" y="3872421"/>
            <a:ext cx="4355102" cy="2286000"/>
          </a:xfrm>
          <a:solidFill>
            <a:srgbClr val="97C5EB"/>
          </a:solidFill>
        </p:spPr>
        <p:txBody>
          <a:bodyPr>
            <a:noAutofit/>
          </a:bodyPr>
          <a:lstStyle/>
          <a:p>
            <a:r>
              <a:rPr lang="en-US" smtClean="0"/>
              <a:t>Click icon to add picture</a:t>
            </a:r>
            <a:endParaRPr lang="en-US" dirty="0"/>
          </a:p>
        </p:txBody>
      </p:sp>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6"/>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7"/>
          </p:nvPr>
        </p:nvSpPr>
        <p:spPr/>
        <p:txBody>
          <a:bodyPr/>
          <a:lstStyle/>
          <a:p>
            <a:r>
              <a:rPr lang="en-US" dirty="0" smtClean="0"/>
              <a:t>BOEING PROPRIETARY</a:t>
            </a:r>
            <a:endParaRPr lang="en-US" dirty="0"/>
          </a:p>
        </p:txBody>
      </p:sp>
      <p:sp>
        <p:nvSpPr>
          <p:cNvPr id="10" name="Content Placeholder 5"/>
          <p:cNvSpPr>
            <a:spLocks noGrp="1"/>
          </p:cNvSpPr>
          <p:nvPr>
            <p:ph sz="quarter" idx="20"/>
          </p:nvPr>
        </p:nvSpPr>
        <p:spPr>
          <a:xfrm>
            <a:off x="411587" y="1283209"/>
            <a:ext cx="6718858"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44895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Subtitle, Lft Content, 2 screen captures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6" name="Slide Number Placeholder 5"/>
          <p:cNvSpPr>
            <a:spLocks noGrp="1"/>
          </p:cNvSpPr>
          <p:nvPr>
            <p:ph type="sldNum" sz="quarter" idx="1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8"/>
          </p:nvPr>
        </p:nvSpPr>
        <p:spPr/>
        <p:txBody>
          <a:bodyPr/>
          <a:lstStyle/>
          <a:p>
            <a:r>
              <a:rPr lang="en-US" dirty="0" smtClean="0"/>
              <a:t>BOEING PROPRIETARY</a:t>
            </a:r>
            <a:endParaRPr lang="en-US" dirty="0"/>
          </a:p>
        </p:txBody>
      </p:sp>
      <p:sp>
        <p:nvSpPr>
          <p:cNvPr id="11" name="Text Placeholder 8"/>
          <p:cNvSpPr>
            <a:spLocks noGrp="1"/>
          </p:cNvSpPr>
          <p:nvPr>
            <p:ph type="body" sz="quarter" idx="15"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2" name="Picture Placeholder 9"/>
          <p:cNvSpPr>
            <a:spLocks noGrp="1"/>
          </p:cNvSpPr>
          <p:nvPr>
            <p:ph type="pic" sz="quarter" idx="19"/>
          </p:nvPr>
        </p:nvSpPr>
        <p:spPr>
          <a:xfrm>
            <a:off x="7392281" y="1287682"/>
            <a:ext cx="4355102" cy="2286000"/>
          </a:xfrm>
          <a:solidFill>
            <a:srgbClr val="97C5EB"/>
          </a:solidFill>
        </p:spPr>
        <p:txBody>
          <a:bodyPr>
            <a:noAutofit/>
          </a:bodyPr>
          <a:lstStyle/>
          <a:p>
            <a:r>
              <a:rPr lang="en-US" smtClean="0"/>
              <a:t>Click icon to add picture</a:t>
            </a:r>
            <a:endParaRPr lang="en-US" dirty="0"/>
          </a:p>
        </p:txBody>
      </p:sp>
      <p:sp>
        <p:nvSpPr>
          <p:cNvPr id="13" name="Picture Placeholder 9"/>
          <p:cNvSpPr>
            <a:spLocks noGrp="1"/>
          </p:cNvSpPr>
          <p:nvPr>
            <p:ph type="pic" sz="quarter" idx="20"/>
          </p:nvPr>
        </p:nvSpPr>
        <p:spPr>
          <a:xfrm>
            <a:off x="7392281" y="3759687"/>
            <a:ext cx="4355102" cy="2286000"/>
          </a:xfrm>
          <a:solidFill>
            <a:srgbClr val="97C5EB"/>
          </a:solidFill>
        </p:spPr>
        <p:txBody>
          <a:bodyPr>
            <a:noAutofit/>
          </a:bodyPr>
          <a:lstStyle/>
          <a:p>
            <a:r>
              <a:rPr lang="en-US" smtClean="0"/>
              <a:t>Click icon to add picture</a:t>
            </a:r>
            <a:endParaRPr lang="en-US" dirty="0"/>
          </a:p>
        </p:txBody>
      </p:sp>
      <p:sp>
        <p:nvSpPr>
          <p:cNvPr id="10" name="Content Placeholder 5"/>
          <p:cNvSpPr>
            <a:spLocks noGrp="1"/>
          </p:cNvSpPr>
          <p:nvPr>
            <p:ph sz="quarter" idx="21"/>
          </p:nvPr>
        </p:nvSpPr>
        <p:spPr>
          <a:xfrm>
            <a:off x="411587" y="1283209"/>
            <a:ext cx="6718858"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434629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ubtitle and Content with header imag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411586" y="3931920"/>
            <a:ext cx="11314074" cy="131112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8" name="Picture Placeholder 7"/>
          <p:cNvSpPr>
            <a:spLocks noGrp="1"/>
          </p:cNvSpPr>
          <p:nvPr>
            <p:ph type="pic" sz="quarter" idx="13"/>
          </p:nvPr>
        </p:nvSpPr>
        <p:spPr>
          <a:xfrm>
            <a:off x="1" y="1600199"/>
            <a:ext cx="12192000" cy="2194560"/>
          </a:xfrm>
          <a:solidFill>
            <a:srgbClr val="97C5EB"/>
          </a:solidFill>
        </p:spPr>
        <p:txBody>
          <a:bodyPr>
            <a:noAutofit/>
          </a:bodyPr>
          <a:lstStyle/>
          <a:p>
            <a:r>
              <a:rPr lang="en-US" smtClean="0"/>
              <a:t>Click icon to add picture</a:t>
            </a:r>
            <a:endParaRPr lang="en-US" dirty="0"/>
          </a:p>
        </p:txBody>
      </p:sp>
      <p:sp>
        <p:nvSpPr>
          <p:cNvPr id="5" name="Slide Number Placeholder 4"/>
          <p:cNvSpPr>
            <a:spLocks noGrp="1"/>
          </p:cNvSpPr>
          <p:nvPr>
            <p:ph type="sldNum" sz="quarter" idx="15"/>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16"/>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103233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Subtitle and Content with header image,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411586" y="3931920"/>
            <a:ext cx="11314074" cy="131112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16"/>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17"/>
          </p:nvPr>
        </p:nvSpPr>
        <p:spPr/>
        <p:txBody>
          <a:bodyPr/>
          <a:lstStyle/>
          <a:p>
            <a:r>
              <a:rPr lang="en-US" dirty="0" smtClean="0"/>
              <a:t>BOEING PROPRIETARY</a:t>
            </a:r>
            <a:endParaRPr lang="en-US" dirty="0"/>
          </a:p>
        </p:txBody>
      </p:sp>
      <p:sp>
        <p:nvSpPr>
          <p:cNvPr id="9" name="Text Placeholder 8"/>
          <p:cNvSpPr>
            <a:spLocks noGrp="1"/>
          </p:cNvSpPr>
          <p:nvPr>
            <p:ph type="body" sz="quarter" idx="14"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0" name="Picture Placeholder 7"/>
          <p:cNvSpPr>
            <a:spLocks noGrp="1"/>
          </p:cNvSpPr>
          <p:nvPr>
            <p:ph type="pic" sz="quarter" idx="13"/>
          </p:nvPr>
        </p:nvSpPr>
        <p:spPr>
          <a:xfrm>
            <a:off x="1" y="1600199"/>
            <a:ext cx="12192000" cy="2194560"/>
          </a:xfrm>
          <a:solidFill>
            <a:srgbClr val="97C5EB"/>
          </a:solidFill>
        </p:spPr>
        <p:txBody>
          <a:bodyPr>
            <a:noAutofit/>
          </a:bodyPr>
          <a:lstStyle/>
          <a:p>
            <a:r>
              <a:rPr lang="en-US" smtClean="0"/>
              <a:t>Click icon to add picture</a:t>
            </a:r>
            <a:endParaRPr lang="en-US" dirty="0"/>
          </a:p>
        </p:txBody>
      </p:sp>
    </p:spTree>
    <p:extLst>
      <p:ext uri="{BB962C8B-B14F-4D97-AF65-F5344CB8AC3E}">
        <p14:creationId xmlns:p14="http://schemas.microsoft.com/office/powerpoint/2010/main" val="504279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2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3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38"/>
          </p:nvPr>
        </p:nvSpPr>
        <p:spPr/>
        <p:txBody>
          <a:bodyPr/>
          <a:lstStyle/>
          <a:p>
            <a:r>
              <a:rPr lang="en-US" dirty="0" smtClean="0"/>
              <a:t>BOEING PROPRIETARY</a:t>
            </a:r>
            <a:endParaRPr lang="en-US" dirty="0"/>
          </a:p>
        </p:txBody>
      </p:sp>
      <p:sp>
        <p:nvSpPr>
          <p:cNvPr id="32" name="Content Placeholder 2"/>
          <p:cNvSpPr>
            <a:spLocks noGrp="1"/>
          </p:cNvSpPr>
          <p:nvPr>
            <p:ph idx="1"/>
          </p:nvPr>
        </p:nvSpPr>
        <p:spPr>
          <a:xfrm>
            <a:off x="585216"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3" name="Picture Placeholder 7"/>
          <p:cNvSpPr>
            <a:spLocks noGrp="1"/>
          </p:cNvSpPr>
          <p:nvPr>
            <p:ph type="pic" sz="quarter" idx="13"/>
          </p:nvPr>
        </p:nvSpPr>
        <p:spPr>
          <a:xfrm>
            <a:off x="585216" y="1309911"/>
            <a:ext cx="2401824" cy="1143000"/>
          </a:xfrm>
          <a:solidFill>
            <a:srgbClr val="97C5EB"/>
          </a:solidFill>
        </p:spPr>
        <p:txBody>
          <a:bodyPr>
            <a:noAutofit/>
          </a:bodyPr>
          <a:lstStyle/>
          <a:p>
            <a:r>
              <a:rPr lang="en-US" smtClean="0"/>
              <a:t>Click icon to add picture</a:t>
            </a:r>
            <a:endParaRPr lang="en-US" dirty="0"/>
          </a:p>
        </p:txBody>
      </p:sp>
      <p:sp>
        <p:nvSpPr>
          <p:cNvPr id="34" name="Content Placeholder 2"/>
          <p:cNvSpPr>
            <a:spLocks noGrp="1"/>
          </p:cNvSpPr>
          <p:nvPr>
            <p:ph idx="14"/>
          </p:nvPr>
        </p:nvSpPr>
        <p:spPr>
          <a:xfrm>
            <a:off x="585216"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5" name="Picture Placeholder 7"/>
          <p:cNvSpPr>
            <a:spLocks noGrp="1"/>
          </p:cNvSpPr>
          <p:nvPr>
            <p:ph type="pic" sz="quarter" idx="15"/>
          </p:nvPr>
        </p:nvSpPr>
        <p:spPr>
          <a:xfrm>
            <a:off x="585216" y="2992407"/>
            <a:ext cx="2401824" cy="1143000"/>
          </a:xfrm>
          <a:solidFill>
            <a:srgbClr val="97C5EB"/>
          </a:solidFill>
        </p:spPr>
        <p:txBody>
          <a:bodyPr>
            <a:noAutofit/>
          </a:bodyPr>
          <a:lstStyle/>
          <a:p>
            <a:r>
              <a:rPr lang="en-US" smtClean="0"/>
              <a:t>Click icon to add picture</a:t>
            </a:r>
            <a:endParaRPr lang="en-US" dirty="0"/>
          </a:p>
        </p:txBody>
      </p:sp>
      <p:sp>
        <p:nvSpPr>
          <p:cNvPr id="36" name="Content Placeholder 2"/>
          <p:cNvSpPr>
            <a:spLocks noGrp="1"/>
          </p:cNvSpPr>
          <p:nvPr>
            <p:ph idx="16"/>
          </p:nvPr>
        </p:nvSpPr>
        <p:spPr>
          <a:xfrm>
            <a:off x="59740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7" name="Picture Placeholder 7"/>
          <p:cNvSpPr>
            <a:spLocks noGrp="1"/>
          </p:cNvSpPr>
          <p:nvPr>
            <p:ph type="pic" sz="quarter" idx="17"/>
          </p:nvPr>
        </p:nvSpPr>
        <p:spPr>
          <a:xfrm>
            <a:off x="585216" y="4674903"/>
            <a:ext cx="2401824" cy="1143000"/>
          </a:xfrm>
          <a:solidFill>
            <a:srgbClr val="97C5EB"/>
          </a:solidFill>
        </p:spPr>
        <p:txBody>
          <a:bodyPr>
            <a:noAutofit/>
          </a:bodyPr>
          <a:lstStyle/>
          <a:p>
            <a:r>
              <a:rPr lang="en-US" smtClean="0"/>
              <a:t>Click icon to add picture</a:t>
            </a:r>
            <a:endParaRPr lang="en-US" dirty="0"/>
          </a:p>
        </p:txBody>
      </p:sp>
      <p:sp>
        <p:nvSpPr>
          <p:cNvPr id="38" name="Content Placeholder 2"/>
          <p:cNvSpPr>
            <a:spLocks noGrp="1"/>
          </p:cNvSpPr>
          <p:nvPr>
            <p:ph idx="18"/>
          </p:nvPr>
        </p:nvSpPr>
        <p:spPr>
          <a:xfrm>
            <a:off x="3462528"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9" name="Picture Placeholder 7"/>
          <p:cNvSpPr>
            <a:spLocks noGrp="1"/>
          </p:cNvSpPr>
          <p:nvPr>
            <p:ph type="pic" sz="quarter" idx="19"/>
          </p:nvPr>
        </p:nvSpPr>
        <p:spPr>
          <a:xfrm>
            <a:off x="3462528" y="1309911"/>
            <a:ext cx="2401824" cy="1143000"/>
          </a:xfrm>
          <a:solidFill>
            <a:srgbClr val="97C5EB"/>
          </a:solidFill>
        </p:spPr>
        <p:txBody>
          <a:bodyPr>
            <a:noAutofit/>
          </a:bodyPr>
          <a:lstStyle/>
          <a:p>
            <a:r>
              <a:rPr lang="en-US" smtClean="0"/>
              <a:t>Click icon to add picture</a:t>
            </a:r>
            <a:endParaRPr lang="en-US" dirty="0"/>
          </a:p>
        </p:txBody>
      </p:sp>
      <p:sp>
        <p:nvSpPr>
          <p:cNvPr id="40" name="Content Placeholder 2"/>
          <p:cNvSpPr>
            <a:spLocks noGrp="1"/>
          </p:cNvSpPr>
          <p:nvPr>
            <p:ph idx="20"/>
          </p:nvPr>
        </p:nvSpPr>
        <p:spPr>
          <a:xfrm>
            <a:off x="3462528"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1" name="Picture Placeholder 7"/>
          <p:cNvSpPr>
            <a:spLocks noGrp="1"/>
          </p:cNvSpPr>
          <p:nvPr>
            <p:ph type="pic" sz="quarter" idx="21"/>
          </p:nvPr>
        </p:nvSpPr>
        <p:spPr>
          <a:xfrm>
            <a:off x="3462528" y="2992407"/>
            <a:ext cx="2401824" cy="1143000"/>
          </a:xfrm>
          <a:solidFill>
            <a:srgbClr val="97C5EB"/>
          </a:solidFill>
        </p:spPr>
        <p:txBody>
          <a:bodyPr>
            <a:noAutofit/>
          </a:bodyPr>
          <a:lstStyle/>
          <a:p>
            <a:r>
              <a:rPr lang="en-US" smtClean="0"/>
              <a:t>Click icon to add picture</a:t>
            </a:r>
            <a:endParaRPr lang="en-US" dirty="0"/>
          </a:p>
        </p:txBody>
      </p:sp>
      <p:sp>
        <p:nvSpPr>
          <p:cNvPr id="42" name="Content Placeholder 2"/>
          <p:cNvSpPr>
            <a:spLocks noGrp="1"/>
          </p:cNvSpPr>
          <p:nvPr>
            <p:ph idx="22"/>
          </p:nvPr>
        </p:nvSpPr>
        <p:spPr>
          <a:xfrm>
            <a:off x="346252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3" name="Picture Placeholder 7"/>
          <p:cNvSpPr>
            <a:spLocks noGrp="1"/>
          </p:cNvSpPr>
          <p:nvPr>
            <p:ph type="pic" sz="quarter" idx="23"/>
          </p:nvPr>
        </p:nvSpPr>
        <p:spPr>
          <a:xfrm>
            <a:off x="3462528" y="4674903"/>
            <a:ext cx="2401824" cy="1143000"/>
          </a:xfrm>
          <a:solidFill>
            <a:srgbClr val="97C5EB"/>
          </a:solidFill>
        </p:spPr>
        <p:txBody>
          <a:bodyPr>
            <a:noAutofit/>
          </a:bodyPr>
          <a:lstStyle/>
          <a:p>
            <a:r>
              <a:rPr lang="en-US" smtClean="0"/>
              <a:t>Click icon to add picture</a:t>
            </a:r>
            <a:endParaRPr lang="en-US" dirty="0"/>
          </a:p>
        </p:txBody>
      </p:sp>
      <p:sp>
        <p:nvSpPr>
          <p:cNvPr id="44" name="Content Placeholder 2"/>
          <p:cNvSpPr>
            <a:spLocks noGrp="1"/>
          </p:cNvSpPr>
          <p:nvPr>
            <p:ph idx="24"/>
          </p:nvPr>
        </p:nvSpPr>
        <p:spPr>
          <a:xfrm>
            <a:off x="6327648"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5" name="Picture Placeholder 7"/>
          <p:cNvSpPr>
            <a:spLocks noGrp="1"/>
          </p:cNvSpPr>
          <p:nvPr>
            <p:ph type="pic" sz="quarter" idx="25"/>
          </p:nvPr>
        </p:nvSpPr>
        <p:spPr>
          <a:xfrm>
            <a:off x="6327649" y="1309911"/>
            <a:ext cx="2401824" cy="1143000"/>
          </a:xfrm>
          <a:solidFill>
            <a:srgbClr val="97C5EB"/>
          </a:solidFill>
        </p:spPr>
        <p:txBody>
          <a:bodyPr>
            <a:noAutofit/>
          </a:bodyPr>
          <a:lstStyle/>
          <a:p>
            <a:r>
              <a:rPr lang="en-US" smtClean="0"/>
              <a:t>Click icon to add picture</a:t>
            </a:r>
            <a:endParaRPr lang="en-US" dirty="0"/>
          </a:p>
        </p:txBody>
      </p:sp>
      <p:sp>
        <p:nvSpPr>
          <p:cNvPr id="46" name="Content Placeholder 2"/>
          <p:cNvSpPr>
            <a:spLocks noGrp="1"/>
          </p:cNvSpPr>
          <p:nvPr>
            <p:ph idx="26"/>
          </p:nvPr>
        </p:nvSpPr>
        <p:spPr>
          <a:xfrm>
            <a:off x="6327648"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7" name="Picture Placeholder 7"/>
          <p:cNvSpPr>
            <a:spLocks noGrp="1"/>
          </p:cNvSpPr>
          <p:nvPr>
            <p:ph type="pic" sz="quarter" idx="27"/>
          </p:nvPr>
        </p:nvSpPr>
        <p:spPr>
          <a:xfrm>
            <a:off x="6327649" y="2992407"/>
            <a:ext cx="2401824" cy="1143000"/>
          </a:xfrm>
          <a:solidFill>
            <a:srgbClr val="97C5EB"/>
          </a:solidFill>
        </p:spPr>
        <p:txBody>
          <a:bodyPr>
            <a:noAutofit/>
          </a:bodyPr>
          <a:lstStyle/>
          <a:p>
            <a:r>
              <a:rPr lang="en-US" smtClean="0"/>
              <a:t>Click icon to add picture</a:t>
            </a:r>
            <a:endParaRPr lang="en-US" dirty="0"/>
          </a:p>
        </p:txBody>
      </p:sp>
      <p:sp>
        <p:nvSpPr>
          <p:cNvPr id="48" name="Content Placeholder 2"/>
          <p:cNvSpPr>
            <a:spLocks noGrp="1"/>
          </p:cNvSpPr>
          <p:nvPr>
            <p:ph idx="28"/>
          </p:nvPr>
        </p:nvSpPr>
        <p:spPr>
          <a:xfrm>
            <a:off x="632764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9" name="Picture Placeholder 7"/>
          <p:cNvSpPr>
            <a:spLocks noGrp="1"/>
          </p:cNvSpPr>
          <p:nvPr>
            <p:ph type="pic" sz="quarter" idx="29"/>
          </p:nvPr>
        </p:nvSpPr>
        <p:spPr>
          <a:xfrm>
            <a:off x="6327649" y="4674903"/>
            <a:ext cx="2401824" cy="1143000"/>
          </a:xfrm>
          <a:solidFill>
            <a:srgbClr val="97C5EB"/>
          </a:solidFill>
        </p:spPr>
        <p:txBody>
          <a:bodyPr>
            <a:noAutofit/>
          </a:bodyPr>
          <a:lstStyle/>
          <a:p>
            <a:r>
              <a:rPr lang="en-US" smtClean="0"/>
              <a:t>Click icon to add picture</a:t>
            </a:r>
            <a:endParaRPr lang="en-US" dirty="0"/>
          </a:p>
        </p:txBody>
      </p:sp>
      <p:sp>
        <p:nvSpPr>
          <p:cNvPr id="50" name="Content Placeholder 2"/>
          <p:cNvSpPr>
            <a:spLocks noGrp="1"/>
          </p:cNvSpPr>
          <p:nvPr>
            <p:ph idx="30"/>
          </p:nvPr>
        </p:nvSpPr>
        <p:spPr>
          <a:xfrm>
            <a:off x="9192768"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1" name="Picture Placeholder 7"/>
          <p:cNvSpPr>
            <a:spLocks noGrp="1"/>
          </p:cNvSpPr>
          <p:nvPr>
            <p:ph type="pic" sz="quarter" idx="31"/>
          </p:nvPr>
        </p:nvSpPr>
        <p:spPr>
          <a:xfrm>
            <a:off x="9192769" y="1309911"/>
            <a:ext cx="2401824" cy="1143000"/>
          </a:xfrm>
          <a:solidFill>
            <a:srgbClr val="97C5EB"/>
          </a:solidFill>
        </p:spPr>
        <p:txBody>
          <a:bodyPr>
            <a:noAutofit/>
          </a:bodyPr>
          <a:lstStyle/>
          <a:p>
            <a:r>
              <a:rPr lang="en-US" smtClean="0"/>
              <a:t>Click icon to add picture</a:t>
            </a:r>
            <a:endParaRPr lang="en-US" dirty="0"/>
          </a:p>
        </p:txBody>
      </p:sp>
      <p:sp>
        <p:nvSpPr>
          <p:cNvPr id="52" name="Content Placeholder 2"/>
          <p:cNvSpPr>
            <a:spLocks noGrp="1"/>
          </p:cNvSpPr>
          <p:nvPr>
            <p:ph idx="32"/>
          </p:nvPr>
        </p:nvSpPr>
        <p:spPr>
          <a:xfrm>
            <a:off x="9192768"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3" name="Picture Placeholder 7"/>
          <p:cNvSpPr>
            <a:spLocks noGrp="1"/>
          </p:cNvSpPr>
          <p:nvPr>
            <p:ph type="pic" sz="quarter" idx="33"/>
          </p:nvPr>
        </p:nvSpPr>
        <p:spPr>
          <a:xfrm>
            <a:off x="9192769" y="2992407"/>
            <a:ext cx="2401824" cy="1143000"/>
          </a:xfrm>
          <a:solidFill>
            <a:srgbClr val="97C5EB"/>
          </a:solidFill>
        </p:spPr>
        <p:txBody>
          <a:bodyPr>
            <a:noAutofit/>
          </a:bodyPr>
          <a:lstStyle/>
          <a:p>
            <a:r>
              <a:rPr lang="en-US" smtClean="0"/>
              <a:t>Click icon to add picture</a:t>
            </a:r>
            <a:endParaRPr lang="en-US" dirty="0"/>
          </a:p>
        </p:txBody>
      </p:sp>
      <p:sp>
        <p:nvSpPr>
          <p:cNvPr id="54" name="Content Placeholder 2"/>
          <p:cNvSpPr>
            <a:spLocks noGrp="1"/>
          </p:cNvSpPr>
          <p:nvPr>
            <p:ph idx="34"/>
          </p:nvPr>
        </p:nvSpPr>
        <p:spPr>
          <a:xfrm>
            <a:off x="919276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5" name="Picture Placeholder 7"/>
          <p:cNvSpPr>
            <a:spLocks noGrp="1"/>
          </p:cNvSpPr>
          <p:nvPr>
            <p:ph type="pic" sz="quarter" idx="35"/>
          </p:nvPr>
        </p:nvSpPr>
        <p:spPr>
          <a:xfrm>
            <a:off x="9192769" y="4674903"/>
            <a:ext cx="2401824" cy="1143000"/>
          </a:xfrm>
          <a:solidFill>
            <a:srgbClr val="97C5EB"/>
          </a:solidFill>
        </p:spPr>
        <p:txBody>
          <a:bodyPr>
            <a:noAutofit/>
          </a:bodyPr>
          <a:lstStyle/>
          <a:p>
            <a:r>
              <a:rPr lang="en-US" smtClean="0"/>
              <a:t>Click icon to add picture</a:t>
            </a:r>
            <a:endParaRPr lang="en-US" dirty="0"/>
          </a:p>
        </p:txBody>
      </p:sp>
    </p:spTree>
    <p:extLst>
      <p:ext uri="{BB962C8B-B14F-4D97-AF65-F5344CB8AC3E}">
        <p14:creationId xmlns:p14="http://schemas.microsoft.com/office/powerpoint/2010/main" val="12637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2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5216"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8" name="Picture Placeholder 7"/>
          <p:cNvSpPr>
            <a:spLocks noGrp="1"/>
          </p:cNvSpPr>
          <p:nvPr>
            <p:ph type="pic" sz="quarter" idx="13"/>
          </p:nvPr>
        </p:nvSpPr>
        <p:spPr>
          <a:xfrm>
            <a:off x="585216" y="1309911"/>
            <a:ext cx="2401824" cy="1143000"/>
          </a:xfrm>
          <a:solidFill>
            <a:srgbClr val="97C5EB"/>
          </a:solidFill>
        </p:spPr>
        <p:txBody>
          <a:bodyPr>
            <a:noAutofit/>
          </a:bodyPr>
          <a:lstStyle/>
          <a:p>
            <a:r>
              <a:rPr lang="en-US" smtClean="0"/>
              <a:t>Click icon to add picture</a:t>
            </a:r>
            <a:endParaRPr lang="en-US" dirty="0"/>
          </a:p>
        </p:txBody>
      </p:sp>
      <p:sp>
        <p:nvSpPr>
          <p:cNvPr id="9" name="Content Placeholder 2"/>
          <p:cNvSpPr>
            <a:spLocks noGrp="1"/>
          </p:cNvSpPr>
          <p:nvPr>
            <p:ph idx="14"/>
          </p:nvPr>
        </p:nvSpPr>
        <p:spPr>
          <a:xfrm>
            <a:off x="585216"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10" name="Picture Placeholder 7"/>
          <p:cNvSpPr>
            <a:spLocks noGrp="1"/>
          </p:cNvSpPr>
          <p:nvPr>
            <p:ph type="pic" sz="quarter" idx="15"/>
          </p:nvPr>
        </p:nvSpPr>
        <p:spPr>
          <a:xfrm>
            <a:off x="585216" y="2992407"/>
            <a:ext cx="2401824" cy="1143000"/>
          </a:xfrm>
          <a:solidFill>
            <a:srgbClr val="97C5EB"/>
          </a:solidFill>
        </p:spPr>
        <p:txBody>
          <a:bodyPr>
            <a:noAutofit/>
          </a:bodyPr>
          <a:lstStyle/>
          <a:p>
            <a:r>
              <a:rPr lang="en-US" smtClean="0"/>
              <a:t>Click icon to add picture</a:t>
            </a:r>
            <a:endParaRPr lang="en-US" dirty="0"/>
          </a:p>
        </p:txBody>
      </p:sp>
      <p:sp>
        <p:nvSpPr>
          <p:cNvPr id="11" name="Content Placeholder 2"/>
          <p:cNvSpPr>
            <a:spLocks noGrp="1"/>
          </p:cNvSpPr>
          <p:nvPr>
            <p:ph idx="16"/>
          </p:nvPr>
        </p:nvSpPr>
        <p:spPr>
          <a:xfrm>
            <a:off x="59740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12" name="Picture Placeholder 7"/>
          <p:cNvSpPr>
            <a:spLocks noGrp="1"/>
          </p:cNvSpPr>
          <p:nvPr>
            <p:ph type="pic" sz="quarter" idx="17"/>
          </p:nvPr>
        </p:nvSpPr>
        <p:spPr>
          <a:xfrm>
            <a:off x="585216" y="4674903"/>
            <a:ext cx="2401824" cy="1143000"/>
          </a:xfrm>
          <a:solidFill>
            <a:srgbClr val="97C5EB"/>
          </a:solidFill>
        </p:spPr>
        <p:txBody>
          <a:bodyPr>
            <a:noAutofit/>
          </a:bodyPr>
          <a:lstStyle/>
          <a:p>
            <a:r>
              <a:rPr lang="en-US" smtClean="0"/>
              <a:t>Click icon to add picture</a:t>
            </a:r>
            <a:endParaRPr lang="en-US" dirty="0"/>
          </a:p>
        </p:txBody>
      </p:sp>
      <p:sp>
        <p:nvSpPr>
          <p:cNvPr id="13" name="Content Placeholder 2"/>
          <p:cNvSpPr>
            <a:spLocks noGrp="1"/>
          </p:cNvSpPr>
          <p:nvPr>
            <p:ph idx="18"/>
          </p:nvPr>
        </p:nvSpPr>
        <p:spPr>
          <a:xfrm>
            <a:off x="3462528"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14" name="Picture Placeholder 7"/>
          <p:cNvSpPr>
            <a:spLocks noGrp="1"/>
          </p:cNvSpPr>
          <p:nvPr>
            <p:ph type="pic" sz="quarter" idx="19"/>
          </p:nvPr>
        </p:nvSpPr>
        <p:spPr>
          <a:xfrm>
            <a:off x="3462528" y="1309911"/>
            <a:ext cx="2401824" cy="1143000"/>
          </a:xfrm>
          <a:solidFill>
            <a:srgbClr val="97C5EB"/>
          </a:solidFill>
        </p:spPr>
        <p:txBody>
          <a:bodyPr>
            <a:noAutofit/>
          </a:bodyPr>
          <a:lstStyle/>
          <a:p>
            <a:r>
              <a:rPr lang="en-US" smtClean="0"/>
              <a:t>Click icon to add picture</a:t>
            </a:r>
            <a:endParaRPr lang="en-US" dirty="0"/>
          </a:p>
        </p:txBody>
      </p:sp>
      <p:sp>
        <p:nvSpPr>
          <p:cNvPr id="15" name="Content Placeholder 2"/>
          <p:cNvSpPr>
            <a:spLocks noGrp="1"/>
          </p:cNvSpPr>
          <p:nvPr>
            <p:ph idx="20"/>
          </p:nvPr>
        </p:nvSpPr>
        <p:spPr>
          <a:xfrm>
            <a:off x="3462528"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16" name="Picture Placeholder 7"/>
          <p:cNvSpPr>
            <a:spLocks noGrp="1"/>
          </p:cNvSpPr>
          <p:nvPr>
            <p:ph type="pic" sz="quarter" idx="21"/>
          </p:nvPr>
        </p:nvSpPr>
        <p:spPr>
          <a:xfrm>
            <a:off x="3462528" y="2992407"/>
            <a:ext cx="2401824" cy="1143000"/>
          </a:xfrm>
          <a:solidFill>
            <a:srgbClr val="97C5EB"/>
          </a:solidFill>
        </p:spPr>
        <p:txBody>
          <a:bodyPr>
            <a:noAutofit/>
          </a:bodyPr>
          <a:lstStyle/>
          <a:p>
            <a:r>
              <a:rPr lang="en-US" smtClean="0"/>
              <a:t>Click icon to add picture</a:t>
            </a:r>
            <a:endParaRPr lang="en-US" dirty="0"/>
          </a:p>
        </p:txBody>
      </p:sp>
      <p:sp>
        <p:nvSpPr>
          <p:cNvPr id="17" name="Content Placeholder 2"/>
          <p:cNvSpPr>
            <a:spLocks noGrp="1"/>
          </p:cNvSpPr>
          <p:nvPr>
            <p:ph idx="22"/>
          </p:nvPr>
        </p:nvSpPr>
        <p:spPr>
          <a:xfrm>
            <a:off x="346252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18" name="Picture Placeholder 7"/>
          <p:cNvSpPr>
            <a:spLocks noGrp="1"/>
          </p:cNvSpPr>
          <p:nvPr>
            <p:ph type="pic" sz="quarter" idx="23"/>
          </p:nvPr>
        </p:nvSpPr>
        <p:spPr>
          <a:xfrm>
            <a:off x="3462528" y="4674903"/>
            <a:ext cx="2401824" cy="1143000"/>
          </a:xfrm>
          <a:solidFill>
            <a:srgbClr val="97C5EB"/>
          </a:solidFill>
        </p:spPr>
        <p:txBody>
          <a:bodyPr>
            <a:noAutofit/>
          </a:bodyPr>
          <a:lstStyle/>
          <a:p>
            <a:r>
              <a:rPr lang="en-US" smtClean="0"/>
              <a:t>Click icon to add picture</a:t>
            </a:r>
            <a:endParaRPr lang="en-US" dirty="0"/>
          </a:p>
        </p:txBody>
      </p:sp>
      <p:sp>
        <p:nvSpPr>
          <p:cNvPr id="19" name="Content Placeholder 2"/>
          <p:cNvSpPr>
            <a:spLocks noGrp="1"/>
          </p:cNvSpPr>
          <p:nvPr>
            <p:ph idx="24"/>
          </p:nvPr>
        </p:nvSpPr>
        <p:spPr>
          <a:xfrm>
            <a:off x="6327648"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0" name="Picture Placeholder 7"/>
          <p:cNvSpPr>
            <a:spLocks noGrp="1"/>
          </p:cNvSpPr>
          <p:nvPr>
            <p:ph type="pic" sz="quarter" idx="25"/>
          </p:nvPr>
        </p:nvSpPr>
        <p:spPr>
          <a:xfrm>
            <a:off x="6327649" y="1309911"/>
            <a:ext cx="2401824" cy="1143000"/>
          </a:xfrm>
          <a:solidFill>
            <a:srgbClr val="97C5EB"/>
          </a:solidFill>
        </p:spPr>
        <p:txBody>
          <a:bodyPr>
            <a:noAutofit/>
          </a:bodyPr>
          <a:lstStyle/>
          <a:p>
            <a:r>
              <a:rPr lang="en-US" smtClean="0"/>
              <a:t>Click icon to add picture</a:t>
            </a:r>
            <a:endParaRPr lang="en-US" dirty="0"/>
          </a:p>
        </p:txBody>
      </p:sp>
      <p:sp>
        <p:nvSpPr>
          <p:cNvPr id="21" name="Content Placeholder 2"/>
          <p:cNvSpPr>
            <a:spLocks noGrp="1"/>
          </p:cNvSpPr>
          <p:nvPr>
            <p:ph idx="26"/>
          </p:nvPr>
        </p:nvSpPr>
        <p:spPr>
          <a:xfrm>
            <a:off x="6327648"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2" name="Picture Placeholder 7"/>
          <p:cNvSpPr>
            <a:spLocks noGrp="1"/>
          </p:cNvSpPr>
          <p:nvPr>
            <p:ph type="pic" sz="quarter" idx="27"/>
          </p:nvPr>
        </p:nvSpPr>
        <p:spPr>
          <a:xfrm>
            <a:off x="6327649" y="2992407"/>
            <a:ext cx="2401824" cy="1143000"/>
          </a:xfrm>
          <a:solidFill>
            <a:srgbClr val="97C5EB"/>
          </a:solidFill>
        </p:spPr>
        <p:txBody>
          <a:bodyPr>
            <a:noAutofit/>
          </a:bodyPr>
          <a:lstStyle/>
          <a:p>
            <a:r>
              <a:rPr lang="en-US" smtClean="0"/>
              <a:t>Click icon to add picture</a:t>
            </a:r>
            <a:endParaRPr lang="en-US" dirty="0"/>
          </a:p>
        </p:txBody>
      </p:sp>
      <p:sp>
        <p:nvSpPr>
          <p:cNvPr id="23" name="Content Placeholder 2"/>
          <p:cNvSpPr>
            <a:spLocks noGrp="1"/>
          </p:cNvSpPr>
          <p:nvPr>
            <p:ph idx="28"/>
          </p:nvPr>
        </p:nvSpPr>
        <p:spPr>
          <a:xfrm>
            <a:off x="632764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4" name="Picture Placeholder 7"/>
          <p:cNvSpPr>
            <a:spLocks noGrp="1"/>
          </p:cNvSpPr>
          <p:nvPr>
            <p:ph type="pic" sz="quarter" idx="29"/>
          </p:nvPr>
        </p:nvSpPr>
        <p:spPr>
          <a:xfrm>
            <a:off x="6327649" y="4674903"/>
            <a:ext cx="2401824" cy="1143000"/>
          </a:xfrm>
          <a:solidFill>
            <a:srgbClr val="97C5EB"/>
          </a:solidFill>
        </p:spPr>
        <p:txBody>
          <a:bodyPr>
            <a:noAutofit/>
          </a:bodyPr>
          <a:lstStyle/>
          <a:p>
            <a:r>
              <a:rPr lang="en-US" smtClean="0"/>
              <a:t>Click icon to add picture</a:t>
            </a:r>
            <a:endParaRPr lang="en-US" dirty="0"/>
          </a:p>
        </p:txBody>
      </p:sp>
      <p:sp>
        <p:nvSpPr>
          <p:cNvPr id="25" name="Content Placeholder 2"/>
          <p:cNvSpPr>
            <a:spLocks noGrp="1"/>
          </p:cNvSpPr>
          <p:nvPr>
            <p:ph idx="30"/>
          </p:nvPr>
        </p:nvSpPr>
        <p:spPr>
          <a:xfrm>
            <a:off x="9192768" y="2471200"/>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6" name="Picture Placeholder 7"/>
          <p:cNvSpPr>
            <a:spLocks noGrp="1"/>
          </p:cNvSpPr>
          <p:nvPr>
            <p:ph type="pic" sz="quarter" idx="31"/>
          </p:nvPr>
        </p:nvSpPr>
        <p:spPr>
          <a:xfrm>
            <a:off x="9192769" y="1309911"/>
            <a:ext cx="2401824" cy="1143000"/>
          </a:xfrm>
          <a:solidFill>
            <a:srgbClr val="97C5EB"/>
          </a:solidFill>
        </p:spPr>
        <p:txBody>
          <a:bodyPr>
            <a:noAutofit/>
          </a:bodyPr>
          <a:lstStyle/>
          <a:p>
            <a:r>
              <a:rPr lang="en-US" smtClean="0"/>
              <a:t>Click icon to add picture</a:t>
            </a:r>
            <a:endParaRPr lang="en-US" dirty="0"/>
          </a:p>
        </p:txBody>
      </p:sp>
      <p:sp>
        <p:nvSpPr>
          <p:cNvPr id="27" name="Content Placeholder 2"/>
          <p:cNvSpPr>
            <a:spLocks noGrp="1"/>
          </p:cNvSpPr>
          <p:nvPr>
            <p:ph idx="32"/>
          </p:nvPr>
        </p:nvSpPr>
        <p:spPr>
          <a:xfrm>
            <a:off x="9192768" y="4153696"/>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8" name="Picture Placeholder 7"/>
          <p:cNvSpPr>
            <a:spLocks noGrp="1"/>
          </p:cNvSpPr>
          <p:nvPr>
            <p:ph type="pic" sz="quarter" idx="33"/>
          </p:nvPr>
        </p:nvSpPr>
        <p:spPr>
          <a:xfrm>
            <a:off x="9192769" y="2992407"/>
            <a:ext cx="2401824" cy="1143000"/>
          </a:xfrm>
          <a:solidFill>
            <a:srgbClr val="97C5EB"/>
          </a:solidFill>
        </p:spPr>
        <p:txBody>
          <a:bodyPr>
            <a:noAutofit/>
          </a:bodyPr>
          <a:lstStyle/>
          <a:p>
            <a:r>
              <a:rPr lang="en-US" smtClean="0"/>
              <a:t>Click icon to add picture</a:t>
            </a:r>
            <a:endParaRPr lang="en-US" dirty="0"/>
          </a:p>
        </p:txBody>
      </p:sp>
      <p:sp>
        <p:nvSpPr>
          <p:cNvPr id="29" name="Content Placeholder 2"/>
          <p:cNvSpPr>
            <a:spLocks noGrp="1"/>
          </p:cNvSpPr>
          <p:nvPr>
            <p:ph idx="34"/>
          </p:nvPr>
        </p:nvSpPr>
        <p:spPr>
          <a:xfrm>
            <a:off x="9192768" y="5836192"/>
            <a:ext cx="2389632"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0" name="Picture Placeholder 7"/>
          <p:cNvSpPr>
            <a:spLocks noGrp="1"/>
          </p:cNvSpPr>
          <p:nvPr>
            <p:ph type="pic" sz="quarter" idx="35"/>
          </p:nvPr>
        </p:nvSpPr>
        <p:spPr>
          <a:xfrm>
            <a:off x="9192769" y="4674903"/>
            <a:ext cx="2401824" cy="1143000"/>
          </a:xfrm>
          <a:solidFill>
            <a:srgbClr val="97C5EB"/>
          </a:solidFill>
        </p:spPr>
        <p:txBody>
          <a:bodyPr>
            <a:noAutofit/>
          </a:bodyPr>
          <a:lstStyle/>
          <a:p>
            <a:r>
              <a:rPr lang="en-US" smtClean="0"/>
              <a:t>Click icon to add picture</a:t>
            </a:r>
            <a:endParaRPr lang="en-US" dirty="0"/>
          </a:p>
        </p:txBody>
      </p:sp>
      <p:sp>
        <p:nvSpPr>
          <p:cNvPr id="5" name="Slide Number Placeholder 4"/>
          <p:cNvSpPr>
            <a:spLocks noGrp="1"/>
          </p:cNvSpPr>
          <p:nvPr>
            <p:ph type="sldNum" sz="quarter" idx="38"/>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39"/>
          </p:nvPr>
        </p:nvSpPr>
        <p:spPr/>
        <p:txBody>
          <a:bodyPr/>
          <a:lstStyle/>
          <a:p>
            <a:r>
              <a:rPr lang="en-US" dirty="0" smtClean="0"/>
              <a:t>BOEING PROPRIETARY</a:t>
            </a:r>
            <a:endParaRPr lang="en-US" dirty="0"/>
          </a:p>
        </p:txBody>
      </p:sp>
      <p:sp>
        <p:nvSpPr>
          <p:cNvPr id="31" name="Text Placeholder 8"/>
          <p:cNvSpPr>
            <a:spLocks noGrp="1"/>
          </p:cNvSpPr>
          <p:nvPr>
            <p:ph type="body" sz="quarter" idx="36"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Tree>
    <p:extLst>
      <p:ext uri="{BB962C8B-B14F-4D97-AF65-F5344CB8AC3E}">
        <p14:creationId xmlns:p14="http://schemas.microsoft.com/office/powerpoint/2010/main" val="422215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Executive layout">
    <p:spTree>
      <p:nvGrpSpPr>
        <p:cNvPr id="1" name=""/>
        <p:cNvGrpSpPr/>
        <p:nvPr/>
      </p:nvGrpSpPr>
      <p:grpSpPr>
        <a:xfrm>
          <a:off x="0" y="0"/>
          <a:ext cx="0" cy="0"/>
          <a:chOff x="0" y="0"/>
          <a:chExt cx="0" cy="0"/>
        </a:xfrm>
      </p:grpSpPr>
      <p:sp>
        <p:nvSpPr>
          <p:cNvPr id="2" name="Title 1"/>
          <p:cNvSpPr>
            <a:spLocks noGrp="1"/>
          </p:cNvSpPr>
          <p:nvPr>
            <p:ph type="title"/>
          </p:nvPr>
        </p:nvSpPr>
        <p:spPr>
          <a:xfrm>
            <a:off x="420733"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20733"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9" name="Picture Placeholder 9"/>
          <p:cNvSpPr>
            <a:spLocks noGrp="1"/>
          </p:cNvSpPr>
          <p:nvPr>
            <p:ph type="pic" sz="quarter" idx="13"/>
          </p:nvPr>
        </p:nvSpPr>
        <p:spPr>
          <a:xfrm>
            <a:off x="8607552" y="1289303"/>
            <a:ext cx="2999232" cy="1609344"/>
          </a:xfrm>
          <a:solidFill>
            <a:srgbClr val="97C5EB"/>
          </a:solidFill>
        </p:spPr>
        <p:txBody>
          <a:bodyPr>
            <a:noAutofit/>
          </a:bodyPr>
          <a:lstStyle/>
          <a:p>
            <a:r>
              <a:rPr lang="en-US" smtClean="0"/>
              <a:t>Click icon to add picture</a:t>
            </a:r>
            <a:endParaRPr lang="en-US" dirty="0"/>
          </a:p>
        </p:txBody>
      </p:sp>
      <p:sp>
        <p:nvSpPr>
          <p:cNvPr id="10" name="Picture Placeholder 9"/>
          <p:cNvSpPr>
            <a:spLocks noGrp="1"/>
          </p:cNvSpPr>
          <p:nvPr>
            <p:ph type="pic" sz="quarter" idx="14"/>
          </p:nvPr>
        </p:nvSpPr>
        <p:spPr>
          <a:xfrm>
            <a:off x="8607552" y="3040614"/>
            <a:ext cx="2999232" cy="1609344"/>
          </a:xfrm>
          <a:solidFill>
            <a:srgbClr val="97C5EB"/>
          </a:solidFill>
        </p:spPr>
        <p:txBody>
          <a:bodyPr>
            <a:noAutofit/>
          </a:bodyPr>
          <a:lstStyle/>
          <a:p>
            <a:r>
              <a:rPr lang="en-US" smtClean="0"/>
              <a:t>Click icon to add picture</a:t>
            </a:r>
            <a:endParaRPr lang="en-US" dirty="0"/>
          </a:p>
        </p:txBody>
      </p:sp>
      <p:sp>
        <p:nvSpPr>
          <p:cNvPr id="11" name="Picture Placeholder 9"/>
          <p:cNvSpPr>
            <a:spLocks noGrp="1"/>
          </p:cNvSpPr>
          <p:nvPr>
            <p:ph type="pic" sz="quarter" idx="15"/>
          </p:nvPr>
        </p:nvSpPr>
        <p:spPr>
          <a:xfrm>
            <a:off x="8607552" y="4791925"/>
            <a:ext cx="2999232" cy="1609344"/>
          </a:xfrm>
          <a:solidFill>
            <a:srgbClr val="97C5EB"/>
          </a:solidFill>
        </p:spPr>
        <p:txBody>
          <a:bodyPr>
            <a:noAutofit/>
          </a:bodyPr>
          <a:lstStyle/>
          <a:p>
            <a:r>
              <a:rPr lang="en-US" smtClean="0"/>
              <a:t>Click icon to add picture</a:t>
            </a:r>
            <a:endParaRPr lang="en-US" dirty="0"/>
          </a:p>
        </p:txBody>
      </p:sp>
      <p:sp>
        <p:nvSpPr>
          <p:cNvPr id="6" name="Slide Number Placeholder 5"/>
          <p:cNvSpPr>
            <a:spLocks noGrp="1"/>
          </p:cNvSpPr>
          <p:nvPr>
            <p:ph type="sldNum" sz="quarter" idx="1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18"/>
          </p:nvPr>
        </p:nvSpPr>
        <p:spPr/>
        <p:txBody>
          <a:bodyPr/>
          <a:lstStyle/>
          <a:p>
            <a:r>
              <a:rPr lang="en-US" dirty="0" smtClean="0"/>
              <a:t>BOEING PROPRIETARY</a:t>
            </a:r>
            <a:endParaRPr lang="en-US" dirty="0"/>
          </a:p>
        </p:txBody>
      </p:sp>
      <p:sp>
        <p:nvSpPr>
          <p:cNvPr id="12" name="Content Placeholder 5"/>
          <p:cNvSpPr>
            <a:spLocks noGrp="1"/>
          </p:cNvSpPr>
          <p:nvPr>
            <p:ph sz="quarter" idx="20"/>
          </p:nvPr>
        </p:nvSpPr>
        <p:spPr>
          <a:xfrm>
            <a:off x="411587" y="1283209"/>
            <a:ext cx="7876155"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12646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Executiv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11587" y="457201"/>
            <a:ext cx="11314074" cy="378565"/>
          </a:xfrm>
        </p:spPr>
        <p:txBody>
          <a:bodyPr/>
          <a:lstStyle/>
          <a:p>
            <a:r>
              <a:rPr lang="en-US" smtClean="0"/>
              <a:t>Click to edit Master title style</a:t>
            </a:r>
            <a:endParaRPr lang="en-US" dirty="0"/>
          </a:p>
        </p:txBody>
      </p:sp>
      <p:sp>
        <p:nvSpPr>
          <p:cNvPr id="8" name="Text Placeholder 6"/>
          <p:cNvSpPr>
            <a:spLocks noGrp="1"/>
          </p:cNvSpPr>
          <p:nvPr>
            <p:ph type="body" sz="quarter" idx="12"/>
          </p:nvPr>
        </p:nvSpPr>
        <p:spPr>
          <a:xfrm>
            <a:off x="411587"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9" name="Picture Placeholder 9"/>
          <p:cNvSpPr>
            <a:spLocks noGrp="1"/>
          </p:cNvSpPr>
          <p:nvPr>
            <p:ph type="pic" sz="quarter" idx="13"/>
          </p:nvPr>
        </p:nvSpPr>
        <p:spPr>
          <a:xfrm>
            <a:off x="8607552" y="1289303"/>
            <a:ext cx="2999232" cy="1554480"/>
          </a:xfrm>
          <a:solidFill>
            <a:srgbClr val="97C5EB"/>
          </a:solidFill>
        </p:spPr>
        <p:txBody>
          <a:bodyPr>
            <a:noAutofit/>
          </a:bodyPr>
          <a:lstStyle/>
          <a:p>
            <a:r>
              <a:rPr lang="en-US" smtClean="0"/>
              <a:t>Click icon to add picture</a:t>
            </a:r>
            <a:endParaRPr lang="en-US" dirty="0"/>
          </a:p>
        </p:txBody>
      </p:sp>
      <p:sp>
        <p:nvSpPr>
          <p:cNvPr id="10" name="Picture Placeholder 9"/>
          <p:cNvSpPr>
            <a:spLocks noGrp="1"/>
          </p:cNvSpPr>
          <p:nvPr>
            <p:ph type="pic" sz="quarter" idx="14"/>
          </p:nvPr>
        </p:nvSpPr>
        <p:spPr>
          <a:xfrm>
            <a:off x="8607552" y="2913365"/>
            <a:ext cx="2999232" cy="1554480"/>
          </a:xfrm>
          <a:solidFill>
            <a:srgbClr val="97C5EB"/>
          </a:solidFill>
        </p:spPr>
        <p:txBody>
          <a:bodyPr>
            <a:noAutofit/>
          </a:bodyPr>
          <a:lstStyle/>
          <a:p>
            <a:r>
              <a:rPr lang="en-US" smtClean="0"/>
              <a:t>Click icon to add picture</a:t>
            </a:r>
            <a:endParaRPr lang="en-US" dirty="0"/>
          </a:p>
        </p:txBody>
      </p:sp>
      <p:sp>
        <p:nvSpPr>
          <p:cNvPr id="11" name="Picture Placeholder 9"/>
          <p:cNvSpPr>
            <a:spLocks noGrp="1"/>
          </p:cNvSpPr>
          <p:nvPr>
            <p:ph type="pic" sz="quarter" idx="15"/>
          </p:nvPr>
        </p:nvSpPr>
        <p:spPr>
          <a:xfrm>
            <a:off x="8607552" y="4537427"/>
            <a:ext cx="2999232" cy="1554480"/>
          </a:xfrm>
          <a:solidFill>
            <a:srgbClr val="97C5EB"/>
          </a:solidFill>
        </p:spPr>
        <p:txBody>
          <a:bodyPr>
            <a:noAutofit/>
          </a:bodyPr>
          <a:lstStyle/>
          <a:p>
            <a:r>
              <a:rPr lang="en-US" smtClean="0"/>
              <a:t>Click icon to add picture</a:t>
            </a:r>
            <a:endParaRPr lang="en-US" dirty="0"/>
          </a:p>
        </p:txBody>
      </p:sp>
      <p:sp>
        <p:nvSpPr>
          <p:cNvPr id="6" name="Slide Number Placeholder 5"/>
          <p:cNvSpPr>
            <a:spLocks noGrp="1"/>
          </p:cNvSpPr>
          <p:nvPr>
            <p:ph type="sldNum" sz="quarter" idx="38"/>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3" name="Footer Placeholder 2"/>
          <p:cNvSpPr>
            <a:spLocks noGrp="1"/>
          </p:cNvSpPr>
          <p:nvPr>
            <p:ph type="ftr" sz="quarter" idx="39"/>
          </p:nvPr>
        </p:nvSpPr>
        <p:spPr/>
        <p:txBody>
          <a:bodyPr/>
          <a:lstStyle/>
          <a:p>
            <a:r>
              <a:rPr lang="en-US" dirty="0" smtClean="0"/>
              <a:t>BOEING PROPRIETARY</a:t>
            </a:r>
            <a:endParaRPr lang="en-US" dirty="0"/>
          </a:p>
        </p:txBody>
      </p:sp>
      <p:sp>
        <p:nvSpPr>
          <p:cNvPr id="12" name="Text Placeholder 8"/>
          <p:cNvSpPr>
            <a:spLocks noGrp="1"/>
          </p:cNvSpPr>
          <p:nvPr>
            <p:ph type="body" sz="quarter" idx="36" hasCustomPrompt="1"/>
          </p:nvPr>
        </p:nvSpPr>
        <p:spPr>
          <a:xfrm>
            <a:off x="458908" y="6159484"/>
            <a:ext cx="11288476"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3" name="Content Placeholder 5"/>
          <p:cNvSpPr>
            <a:spLocks noGrp="1"/>
          </p:cNvSpPr>
          <p:nvPr>
            <p:ph sz="quarter" idx="20"/>
          </p:nvPr>
        </p:nvSpPr>
        <p:spPr>
          <a:xfrm>
            <a:off x="411587" y="1283209"/>
            <a:ext cx="7876155" cy="129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76634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9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609600" y="268220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8" name="Picture Placeholder 7"/>
          <p:cNvSpPr>
            <a:spLocks noGrp="1"/>
          </p:cNvSpPr>
          <p:nvPr>
            <p:ph type="pic" sz="quarter" idx="13"/>
          </p:nvPr>
        </p:nvSpPr>
        <p:spPr>
          <a:xfrm>
            <a:off x="621792" y="1292314"/>
            <a:ext cx="2755392" cy="553998"/>
          </a:xfrm>
          <a:solidFill>
            <a:srgbClr val="97C5EB"/>
          </a:solidFill>
        </p:spPr>
        <p:txBody>
          <a:bodyPr/>
          <a:lstStyle/>
          <a:p>
            <a:r>
              <a:rPr lang="en-US" smtClean="0"/>
              <a:t>Click icon to add picture</a:t>
            </a:r>
            <a:endParaRPr lang="en-US" dirty="0"/>
          </a:p>
        </p:txBody>
      </p:sp>
      <p:sp>
        <p:nvSpPr>
          <p:cNvPr id="31" name="Content Placeholder 2"/>
          <p:cNvSpPr>
            <a:spLocks noGrp="1"/>
          </p:cNvSpPr>
          <p:nvPr>
            <p:ph idx="18"/>
          </p:nvPr>
        </p:nvSpPr>
        <p:spPr>
          <a:xfrm>
            <a:off x="4718304" y="268220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2" name="Picture Placeholder 7"/>
          <p:cNvSpPr>
            <a:spLocks noGrp="1"/>
          </p:cNvSpPr>
          <p:nvPr>
            <p:ph type="pic" sz="quarter" idx="19"/>
          </p:nvPr>
        </p:nvSpPr>
        <p:spPr>
          <a:xfrm>
            <a:off x="4730496" y="1292314"/>
            <a:ext cx="2755392" cy="553998"/>
          </a:xfrm>
          <a:solidFill>
            <a:srgbClr val="97C5EB"/>
          </a:solidFill>
        </p:spPr>
        <p:txBody>
          <a:bodyPr/>
          <a:lstStyle/>
          <a:p>
            <a:r>
              <a:rPr lang="en-US" smtClean="0"/>
              <a:t>Click icon to add picture</a:t>
            </a:r>
            <a:endParaRPr lang="en-US" dirty="0"/>
          </a:p>
        </p:txBody>
      </p:sp>
      <p:sp>
        <p:nvSpPr>
          <p:cNvPr id="33" name="Content Placeholder 2"/>
          <p:cNvSpPr>
            <a:spLocks noGrp="1"/>
          </p:cNvSpPr>
          <p:nvPr>
            <p:ph idx="20"/>
          </p:nvPr>
        </p:nvSpPr>
        <p:spPr>
          <a:xfrm>
            <a:off x="8839200" y="268220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4" name="Picture Placeholder 7"/>
          <p:cNvSpPr>
            <a:spLocks noGrp="1"/>
          </p:cNvSpPr>
          <p:nvPr>
            <p:ph type="pic" sz="quarter" idx="21"/>
          </p:nvPr>
        </p:nvSpPr>
        <p:spPr>
          <a:xfrm>
            <a:off x="8839200" y="1292314"/>
            <a:ext cx="2755392" cy="553998"/>
          </a:xfrm>
          <a:solidFill>
            <a:srgbClr val="97C5EB"/>
          </a:solidFill>
        </p:spPr>
        <p:txBody>
          <a:bodyPr/>
          <a:lstStyle/>
          <a:p>
            <a:r>
              <a:rPr lang="en-US" smtClean="0"/>
              <a:t>Click icon to add picture</a:t>
            </a:r>
            <a:endParaRPr lang="en-US" dirty="0"/>
          </a:p>
        </p:txBody>
      </p:sp>
      <p:sp>
        <p:nvSpPr>
          <p:cNvPr id="35" name="Content Placeholder 2"/>
          <p:cNvSpPr>
            <a:spLocks noGrp="1"/>
          </p:cNvSpPr>
          <p:nvPr>
            <p:ph idx="22"/>
          </p:nvPr>
        </p:nvSpPr>
        <p:spPr>
          <a:xfrm>
            <a:off x="609600" y="446528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6" name="Picture Placeholder 7"/>
          <p:cNvSpPr>
            <a:spLocks noGrp="1"/>
          </p:cNvSpPr>
          <p:nvPr>
            <p:ph type="pic" sz="quarter" idx="23"/>
          </p:nvPr>
        </p:nvSpPr>
        <p:spPr>
          <a:xfrm>
            <a:off x="621792" y="3066250"/>
            <a:ext cx="2755392" cy="553998"/>
          </a:xfrm>
          <a:solidFill>
            <a:srgbClr val="97C5EB"/>
          </a:solidFill>
        </p:spPr>
        <p:txBody>
          <a:bodyPr/>
          <a:lstStyle/>
          <a:p>
            <a:r>
              <a:rPr lang="en-US" smtClean="0"/>
              <a:t>Click icon to add picture</a:t>
            </a:r>
            <a:endParaRPr lang="en-US" dirty="0"/>
          </a:p>
        </p:txBody>
      </p:sp>
      <p:sp>
        <p:nvSpPr>
          <p:cNvPr id="41" name="Content Placeholder 2"/>
          <p:cNvSpPr>
            <a:spLocks noGrp="1"/>
          </p:cNvSpPr>
          <p:nvPr>
            <p:ph idx="28"/>
          </p:nvPr>
        </p:nvSpPr>
        <p:spPr>
          <a:xfrm>
            <a:off x="609600" y="6239219"/>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2" name="Picture Placeholder 7"/>
          <p:cNvSpPr>
            <a:spLocks noGrp="1"/>
          </p:cNvSpPr>
          <p:nvPr>
            <p:ph type="pic" sz="quarter" idx="29"/>
          </p:nvPr>
        </p:nvSpPr>
        <p:spPr>
          <a:xfrm>
            <a:off x="621792" y="4849330"/>
            <a:ext cx="2755392" cy="553998"/>
          </a:xfrm>
          <a:solidFill>
            <a:srgbClr val="97C5EB"/>
          </a:solidFill>
        </p:spPr>
        <p:txBody>
          <a:bodyPr/>
          <a:lstStyle/>
          <a:p>
            <a:r>
              <a:rPr lang="en-US" smtClean="0"/>
              <a:t>Click icon to add picture</a:t>
            </a:r>
            <a:endParaRPr lang="en-US" dirty="0"/>
          </a:p>
        </p:txBody>
      </p:sp>
      <p:sp>
        <p:nvSpPr>
          <p:cNvPr id="47" name="Content Placeholder 2"/>
          <p:cNvSpPr>
            <a:spLocks noGrp="1"/>
          </p:cNvSpPr>
          <p:nvPr>
            <p:ph idx="30"/>
          </p:nvPr>
        </p:nvSpPr>
        <p:spPr>
          <a:xfrm>
            <a:off x="4730496" y="446528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8" name="Picture Placeholder 7"/>
          <p:cNvSpPr>
            <a:spLocks noGrp="1"/>
          </p:cNvSpPr>
          <p:nvPr>
            <p:ph type="pic" sz="quarter" idx="31"/>
          </p:nvPr>
        </p:nvSpPr>
        <p:spPr>
          <a:xfrm>
            <a:off x="4730496" y="3066250"/>
            <a:ext cx="2755392" cy="553998"/>
          </a:xfrm>
          <a:solidFill>
            <a:srgbClr val="97C5EB"/>
          </a:solidFill>
        </p:spPr>
        <p:txBody>
          <a:bodyPr/>
          <a:lstStyle/>
          <a:p>
            <a:r>
              <a:rPr lang="en-US" smtClean="0"/>
              <a:t>Click icon to add picture</a:t>
            </a:r>
            <a:endParaRPr lang="en-US" dirty="0"/>
          </a:p>
        </p:txBody>
      </p:sp>
      <p:sp>
        <p:nvSpPr>
          <p:cNvPr id="49" name="Content Placeholder 2"/>
          <p:cNvSpPr>
            <a:spLocks noGrp="1"/>
          </p:cNvSpPr>
          <p:nvPr>
            <p:ph idx="32"/>
          </p:nvPr>
        </p:nvSpPr>
        <p:spPr>
          <a:xfrm>
            <a:off x="4730496" y="6239219"/>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0" name="Picture Placeholder 7"/>
          <p:cNvSpPr>
            <a:spLocks noGrp="1"/>
          </p:cNvSpPr>
          <p:nvPr>
            <p:ph type="pic" sz="quarter" idx="33"/>
          </p:nvPr>
        </p:nvSpPr>
        <p:spPr>
          <a:xfrm>
            <a:off x="4730496" y="4849330"/>
            <a:ext cx="2755392" cy="553998"/>
          </a:xfrm>
          <a:solidFill>
            <a:srgbClr val="97C5EB"/>
          </a:solidFill>
        </p:spPr>
        <p:txBody>
          <a:bodyPr/>
          <a:lstStyle/>
          <a:p>
            <a:r>
              <a:rPr lang="en-US" smtClean="0"/>
              <a:t>Click icon to add picture</a:t>
            </a:r>
            <a:endParaRPr lang="en-US" dirty="0"/>
          </a:p>
        </p:txBody>
      </p:sp>
      <p:sp>
        <p:nvSpPr>
          <p:cNvPr id="51" name="Content Placeholder 2"/>
          <p:cNvSpPr>
            <a:spLocks noGrp="1"/>
          </p:cNvSpPr>
          <p:nvPr>
            <p:ph idx="34"/>
          </p:nvPr>
        </p:nvSpPr>
        <p:spPr>
          <a:xfrm>
            <a:off x="8839200" y="446528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2" name="Picture Placeholder 7"/>
          <p:cNvSpPr>
            <a:spLocks noGrp="1"/>
          </p:cNvSpPr>
          <p:nvPr>
            <p:ph type="pic" sz="quarter" idx="35"/>
          </p:nvPr>
        </p:nvSpPr>
        <p:spPr>
          <a:xfrm>
            <a:off x="8839200" y="3066250"/>
            <a:ext cx="2755392" cy="553998"/>
          </a:xfrm>
          <a:solidFill>
            <a:srgbClr val="97C5EB"/>
          </a:solidFill>
        </p:spPr>
        <p:txBody>
          <a:bodyPr/>
          <a:lstStyle/>
          <a:p>
            <a:r>
              <a:rPr lang="en-US" smtClean="0"/>
              <a:t>Click icon to add picture</a:t>
            </a:r>
            <a:endParaRPr lang="en-US" dirty="0"/>
          </a:p>
        </p:txBody>
      </p:sp>
      <p:sp>
        <p:nvSpPr>
          <p:cNvPr id="53" name="Content Placeholder 2"/>
          <p:cNvSpPr>
            <a:spLocks noGrp="1"/>
          </p:cNvSpPr>
          <p:nvPr>
            <p:ph idx="36"/>
          </p:nvPr>
        </p:nvSpPr>
        <p:spPr>
          <a:xfrm>
            <a:off x="8839200" y="6239219"/>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4" name="Picture Placeholder 7"/>
          <p:cNvSpPr>
            <a:spLocks noGrp="1"/>
          </p:cNvSpPr>
          <p:nvPr>
            <p:ph type="pic" sz="quarter" idx="37"/>
          </p:nvPr>
        </p:nvSpPr>
        <p:spPr>
          <a:xfrm>
            <a:off x="8839200" y="4849330"/>
            <a:ext cx="2755392" cy="553998"/>
          </a:xfrm>
          <a:solidFill>
            <a:srgbClr val="97C5EB"/>
          </a:solidFill>
        </p:spPr>
        <p:txBody>
          <a:bodyPr/>
          <a:lstStyle/>
          <a:p>
            <a:r>
              <a:rPr lang="en-US" smtClean="0"/>
              <a:t>Click icon to add picture</a:t>
            </a:r>
            <a:endParaRPr lang="en-US" dirty="0"/>
          </a:p>
        </p:txBody>
      </p:sp>
      <p:sp>
        <p:nvSpPr>
          <p:cNvPr id="5" name="Slide Number Placeholder 4"/>
          <p:cNvSpPr>
            <a:spLocks noGrp="1"/>
          </p:cNvSpPr>
          <p:nvPr>
            <p:ph type="sldNum" sz="quarter" idx="39"/>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40"/>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2651906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9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40"/>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41"/>
          </p:nvPr>
        </p:nvSpPr>
        <p:spPr/>
        <p:txBody>
          <a:bodyPr/>
          <a:lstStyle/>
          <a:p>
            <a:r>
              <a:rPr lang="en-US" dirty="0" smtClean="0"/>
              <a:t>BOEING PROPRIETARY</a:t>
            </a:r>
            <a:endParaRPr lang="en-US" dirty="0"/>
          </a:p>
        </p:txBody>
      </p:sp>
      <p:sp>
        <p:nvSpPr>
          <p:cNvPr id="25" name="Text Placeholder 8"/>
          <p:cNvSpPr>
            <a:spLocks noGrp="1"/>
          </p:cNvSpPr>
          <p:nvPr>
            <p:ph type="body" sz="quarter" idx="38"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26" name="Content Placeholder 2"/>
          <p:cNvSpPr>
            <a:spLocks noGrp="1"/>
          </p:cNvSpPr>
          <p:nvPr>
            <p:ph idx="1"/>
          </p:nvPr>
        </p:nvSpPr>
        <p:spPr>
          <a:xfrm>
            <a:off x="609600" y="268220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7" name="Picture Placeholder 7"/>
          <p:cNvSpPr>
            <a:spLocks noGrp="1"/>
          </p:cNvSpPr>
          <p:nvPr>
            <p:ph type="pic" sz="quarter" idx="13"/>
          </p:nvPr>
        </p:nvSpPr>
        <p:spPr>
          <a:xfrm>
            <a:off x="621792" y="1292314"/>
            <a:ext cx="2755392" cy="553998"/>
          </a:xfrm>
          <a:solidFill>
            <a:srgbClr val="97C5EB"/>
          </a:solidFill>
        </p:spPr>
        <p:txBody>
          <a:bodyPr/>
          <a:lstStyle/>
          <a:p>
            <a:r>
              <a:rPr lang="en-US" smtClean="0"/>
              <a:t>Click icon to add picture</a:t>
            </a:r>
            <a:endParaRPr lang="en-US" dirty="0"/>
          </a:p>
        </p:txBody>
      </p:sp>
      <p:sp>
        <p:nvSpPr>
          <p:cNvPr id="28" name="Content Placeholder 2"/>
          <p:cNvSpPr>
            <a:spLocks noGrp="1"/>
          </p:cNvSpPr>
          <p:nvPr>
            <p:ph idx="18"/>
          </p:nvPr>
        </p:nvSpPr>
        <p:spPr>
          <a:xfrm>
            <a:off x="4718304" y="268220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9" name="Picture Placeholder 7"/>
          <p:cNvSpPr>
            <a:spLocks noGrp="1"/>
          </p:cNvSpPr>
          <p:nvPr>
            <p:ph type="pic" sz="quarter" idx="19"/>
          </p:nvPr>
        </p:nvSpPr>
        <p:spPr>
          <a:xfrm>
            <a:off x="4730496" y="1292314"/>
            <a:ext cx="2755392" cy="553998"/>
          </a:xfrm>
          <a:solidFill>
            <a:srgbClr val="97C5EB"/>
          </a:solidFill>
        </p:spPr>
        <p:txBody>
          <a:bodyPr/>
          <a:lstStyle/>
          <a:p>
            <a:r>
              <a:rPr lang="en-US" smtClean="0"/>
              <a:t>Click icon to add picture</a:t>
            </a:r>
            <a:endParaRPr lang="en-US" dirty="0"/>
          </a:p>
        </p:txBody>
      </p:sp>
      <p:sp>
        <p:nvSpPr>
          <p:cNvPr id="30" name="Content Placeholder 2"/>
          <p:cNvSpPr>
            <a:spLocks noGrp="1"/>
          </p:cNvSpPr>
          <p:nvPr>
            <p:ph idx="20"/>
          </p:nvPr>
        </p:nvSpPr>
        <p:spPr>
          <a:xfrm>
            <a:off x="8839200" y="268220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7" name="Picture Placeholder 7"/>
          <p:cNvSpPr>
            <a:spLocks noGrp="1"/>
          </p:cNvSpPr>
          <p:nvPr>
            <p:ph type="pic" sz="quarter" idx="21"/>
          </p:nvPr>
        </p:nvSpPr>
        <p:spPr>
          <a:xfrm>
            <a:off x="8839200" y="1292314"/>
            <a:ext cx="2755392" cy="553998"/>
          </a:xfrm>
          <a:solidFill>
            <a:srgbClr val="97C5EB"/>
          </a:solidFill>
        </p:spPr>
        <p:txBody>
          <a:bodyPr/>
          <a:lstStyle/>
          <a:p>
            <a:r>
              <a:rPr lang="en-US" smtClean="0"/>
              <a:t>Click icon to add picture</a:t>
            </a:r>
            <a:endParaRPr lang="en-US" dirty="0"/>
          </a:p>
        </p:txBody>
      </p:sp>
      <p:sp>
        <p:nvSpPr>
          <p:cNvPr id="38" name="Content Placeholder 2"/>
          <p:cNvSpPr>
            <a:spLocks noGrp="1"/>
          </p:cNvSpPr>
          <p:nvPr>
            <p:ph idx="22"/>
          </p:nvPr>
        </p:nvSpPr>
        <p:spPr>
          <a:xfrm>
            <a:off x="609600" y="434416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9" name="Picture Placeholder 7"/>
          <p:cNvSpPr>
            <a:spLocks noGrp="1"/>
          </p:cNvSpPr>
          <p:nvPr>
            <p:ph type="pic" sz="quarter" idx="23"/>
          </p:nvPr>
        </p:nvSpPr>
        <p:spPr>
          <a:xfrm>
            <a:off x="621792" y="2945130"/>
            <a:ext cx="2755392" cy="553998"/>
          </a:xfrm>
          <a:solidFill>
            <a:srgbClr val="97C5EB"/>
          </a:solidFill>
        </p:spPr>
        <p:txBody>
          <a:bodyPr/>
          <a:lstStyle/>
          <a:p>
            <a:r>
              <a:rPr lang="en-US" smtClean="0"/>
              <a:t>Click icon to add picture</a:t>
            </a:r>
            <a:endParaRPr lang="en-US" dirty="0"/>
          </a:p>
        </p:txBody>
      </p:sp>
      <p:sp>
        <p:nvSpPr>
          <p:cNvPr id="40" name="Content Placeholder 2"/>
          <p:cNvSpPr>
            <a:spLocks noGrp="1"/>
          </p:cNvSpPr>
          <p:nvPr>
            <p:ph idx="30"/>
          </p:nvPr>
        </p:nvSpPr>
        <p:spPr>
          <a:xfrm>
            <a:off x="4730496" y="434416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3" name="Picture Placeholder 7"/>
          <p:cNvSpPr>
            <a:spLocks noGrp="1"/>
          </p:cNvSpPr>
          <p:nvPr>
            <p:ph type="pic" sz="quarter" idx="31"/>
          </p:nvPr>
        </p:nvSpPr>
        <p:spPr>
          <a:xfrm>
            <a:off x="4730496" y="2945130"/>
            <a:ext cx="2755392" cy="553998"/>
          </a:xfrm>
          <a:solidFill>
            <a:srgbClr val="97C5EB"/>
          </a:solidFill>
        </p:spPr>
        <p:txBody>
          <a:bodyPr/>
          <a:lstStyle/>
          <a:p>
            <a:r>
              <a:rPr lang="en-US" smtClean="0"/>
              <a:t>Click icon to add picture</a:t>
            </a:r>
            <a:endParaRPr lang="en-US" dirty="0"/>
          </a:p>
        </p:txBody>
      </p:sp>
      <p:sp>
        <p:nvSpPr>
          <p:cNvPr id="44" name="Content Placeholder 2"/>
          <p:cNvSpPr>
            <a:spLocks noGrp="1"/>
          </p:cNvSpPr>
          <p:nvPr>
            <p:ph idx="32"/>
          </p:nvPr>
        </p:nvSpPr>
        <p:spPr>
          <a:xfrm>
            <a:off x="4730496" y="5990480"/>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5" name="Content Placeholder 2"/>
          <p:cNvSpPr>
            <a:spLocks noGrp="1"/>
          </p:cNvSpPr>
          <p:nvPr>
            <p:ph idx="34"/>
          </p:nvPr>
        </p:nvSpPr>
        <p:spPr>
          <a:xfrm>
            <a:off x="8839200" y="434416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6" name="Picture Placeholder 7"/>
          <p:cNvSpPr>
            <a:spLocks noGrp="1"/>
          </p:cNvSpPr>
          <p:nvPr>
            <p:ph type="pic" sz="quarter" idx="35"/>
          </p:nvPr>
        </p:nvSpPr>
        <p:spPr>
          <a:xfrm>
            <a:off x="8839200" y="2945130"/>
            <a:ext cx="2755392" cy="553998"/>
          </a:xfrm>
          <a:solidFill>
            <a:srgbClr val="97C5EB"/>
          </a:solidFill>
        </p:spPr>
        <p:txBody>
          <a:bodyPr/>
          <a:lstStyle/>
          <a:p>
            <a:r>
              <a:rPr lang="en-US" smtClean="0"/>
              <a:t>Click icon to add picture</a:t>
            </a:r>
            <a:endParaRPr lang="en-US" dirty="0"/>
          </a:p>
        </p:txBody>
      </p:sp>
      <p:sp>
        <p:nvSpPr>
          <p:cNvPr id="55" name="Content Placeholder 2"/>
          <p:cNvSpPr>
            <a:spLocks noGrp="1"/>
          </p:cNvSpPr>
          <p:nvPr>
            <p:ph idx="36"/>
          </p:nvPr>
        </p:nvSpPr>
        <p:spPr>
          <a:xfrm>
            <a:off x="8839200" y="5990480"/>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6" name="Content Placeholder 2"/>
          <p:cNvSpPr>
            <a:spLocks noGrp="1"/>
          </p:cNvSpPr>
          <p:nvPr>
            <p:ph idx="28"/>
          </p:nvPr>
        </p:nvSpPr>
        <p:spPr>
          <a:xfrm>
            <a:off x="609600" y="5990480"/>
            <a:ext cx="2767584" cy="124650"/>
          </a:xfrm>
        </p:spPr>
        <p:txBody>
          <a:bodyPr>
            <a:noAutofit/>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7" name="Picture Placeholder 7"/>
          <p:cNvSpPr>
            <a:spLocks noGrp="1"/>
          </p:cNvSpPr>
          <p:nvPr>
            <p:ph type="pic" sz="quarter" idx="29"/>
          </p:nvPr>
        </p:nvSpPr>
        <p:spPr>
          <a:xfrm>
            <a:off x="621792" y="4591447"/>
            <a:ext cx="2755392" cy="1371600"/>
          </a:xfrm>
          <a:solidFill>
            <a:srgbClr val="97C5EB"/>
          </a:solidFill>
        </p:spPr>
        <p:txBody>
          <a:bodyPr>
            <a:noAutofit/>
          </a:bodyPr>
          <a:lstStyle/>
          <a:p>
            <a:r>
              <a:rPr lang="en-US" smtClean="0"/>
              <a:t>Click icon to add picture</a:t>
            </a:r>
            <a:endParaRPr lang="en-US" dirty="0"/>
          </a:p>
        </p:txBody>
      </p:sp>
      <p:sp>
        <p:nvSpPr>
          <p:cNvPr id="58" name="Picture Placeholder 7"/>
          <p:cNvSpPr>
            <a:spLocks noGrp="1"/>
          </p:cNvSpPr>
          <p:nvPr>
            <p:ph type="pic" sz="quarter" idx="42"/>
          </p:nvPr>
        </p:nvSpPr>
        <p:spPr>
          <a:xfrm>
            <a:off x="4730496" y="4591447"/>
            <a:ext cx="2755392" cy="553998"/>
          </a:xfrm>
          <a:solidFill>
            <a:srgbClr val="97C5EB"/>
          </a:solidFill>
        </p:spPr>
        <p:txBody>
          <a:bodyPr/>
          <a:lstStyle/>
          <a:p>
            <a:r>
              <a:rPr lang="en-US" smtClean="0"/>
              <a:t>Click icon to add picture</a:t>
            </a:r>
            <a:endParaRPr lang="en-US" dirty="0"/>
          </a:p>
        </p:txBody>
      </p:sp>
      <p:sp>
        <p:nvSpPr>
          <p:cNvPr id="59" name="Picture Placeholder 7"/>
          <p:cNvSpPr>
            <a:spLocks noGrp="1"/>
          </p:cNvSpPr>
          <p:nvPr>
            <p:ph type="pic" sz="quarter" idx="43"/>
          </p:nvPr>
        </p:nvSpPr>
        <p:spPr>
          <a:xfrm>
            <a:off x="8839200" y="4591447"/>
            <a:ext cx="2755392" cy="553998"/>
          </a:xfrm>
          <a:solidFill>
            <a:srgbClr val="97C5EB"/>
          </a:solidFill>
        </p:spPr>
        <p:txBody>
          <a:bodyPr/>
          <a:lstStyle/>
          <a:p>
            <a:r>
              <a:rPr lang="en-US" smtClean="0"/>
              <a:t>Click icon to add picture</a:t>
            </a:r>
            <a:endParaRPr lang="en-US" dirty="0"/>
          </a:p>
        </p:txBody>
      </p:sp>
    </p:spTree>
    <p:extLst>
      <p:ext uri="{BB962C8B-B14F-4D97-AF65-F5344CB8AC3E}">
        <p14:creationId xmlns:p14="http://schemas.microsoft.com/office/powerpoint/2010/main" val="4191899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6 picture layout">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609600" y="277387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7" name="Text Placeholder 6"/>
          <p:cNvSpPr>
            <a:spLocks noGrp="1"/>
          </p:cNvSpPr>
          <p:nvPr>
            <p:ph type="body" sz="quarter" idx="12"/>
          </p:nvPr>
        </p:nvSpPr>
        <p:spPr>
          <a:xfrm>
            <a:off x="448172" y="777240"/>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8" name="Picture Placeholder 7"/>
          <p:cNvSpPr>
            <a:spLocks noGrp="1"/>
          </p:cNvSpPr>
          <p:nvPr>
            <p:ph type="pic" sz="quarter" idx="13"/>
          </p:nvPr>
        </p:nvSpPr>
        <p:spPr>
          <a:xfrm>
            <a:off x="621792" y="1310832"/>
            <a:ext cx="2755392" cy="1389888"/>
          </a:xfrm>
          <a:solidFill>
            <a:srgbClr val="97C5EB"/>
          </a:solidFill>
        </p:spPr>
        <p:txBody>
          <a:bodyPr>
            <a:noAutofit/>
          </a:bodyPr>
          <a:lstStyle/>
          <a:p>
            <a:r>
              <a:rPr lang="en-US" smtClean="0"/>
              <a:t>Click icon to add picture</a:t>
            </a:r>
            <a:endParaRPr lang="en-US" dirty="0"/>
          </a:p>
        </p:txBody>
      </p:sp>
      <p:sp>
        <p:nvSpPr>
          <p:cNvPr id="31" name="Content Placeholder 2"/>
          <p:cNvSpPr>
            <a:spLocks noGrp="1"/>
          </p:cNvSpPr>
          <p:nvPr>
            <p:ph idx="18"/>
          </p:nvPr>
        </p:nvSpPr>
        <p:spPr>
          <a:xfrm>
            <a:off x="4718304" y="277387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2" name="Picture Placeholder 7"/>
          <p:cNvSpPr>
            <a:spLocks noGrp="1"/>
          </p:cNvSpPr>
          <p:nvPr>
            <p:ph type="pic" sz="quarter" idx="19"/>
          </p:nvPr>
        </p:nvSpPr>
        <p:spPr>
          <a:xfrm>
            <a:off x="4730496" y="1310832"/>
            <a:ext cx="2755392" cy="1389888"/>
          </a:xfrm>
          <a:solidFill>
            <a:srgbClr val="97C5EB"/>
          </a:solidFill>
        </p:spPr>
        <p:txBody>
          <a:bodyPr>
            <a:noAutofit/>
          </a:bodyPr>
          <a:lstStyle/>
          <a:p>
            <a:r>
              <a:rPr lang="en-US" smtClean="0"/>
              <a:t>Click icon to add picture</a:t>
            </a:r>
            <a:endParaRPr lang="en-US" dirty="0"/>
          </a:p>
        </p:txBody>
      </p:sp>
      <p:sp>
        <p:nvSpPr>
          <p:cNvPr id="33" name="Content Placeholder 2"/>
          <p:cNvSpPr>
            <a:spLocks noGrp="1"/>
          </p:cNvSpPr>
          <p:nvPr>
            <p:ph idx="20"/>
          </p:nvPr>
        </p:nvSpPr>
        <p:spPr>
          <a:xfrm>
            <a:off x="8827008" y="277387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4" name="Picture Placeholder 7"/>
          <p:cNvSpPr>
            <a:spLocks noGrp="1"/>
          </p:cNvSpPr>
          <p:nvPr>
            <p:ph type="pic" sz="quarter" idx="21"/>
          </p:nvPr>
        </p:nvSpPr>
        <p:spPr>
          <a:xfrm>
            <a:off x="8839200" y="1310832"/>
            <a:ext cx="2755392" cy="1389888"/>
          </a:xfrm>
          <a:solidFill>
            <a:srgbClr val="97C5EB"/>
          </a:solidFill>
        </p:spPr>
        <p:txBody>
          <a:bodyPr>
            <a:noAutofit/>
          </a:bodyPr>
          <a:lstStyle/>
          <a:p>
            <a:r>
              <a:rPr lang="en-US" smtClean="0"/>
              <a:t>Click icon to add picture</a:t>
            </a:r>
            <a:endParaRPr lang="en-US" dirty="0"/>
          </a:p>
        </p:txBody>
      </p:sp>
      <p:sp>
        <p:nvSpPr>
          <p:cNvPr id="35" name="Content Placeholder 2"/>
          <p:cNvSpPr>
            <a:spLocks noGrp="1"/>
          </p:cNvSpPr>
          <p:nvPr>
            <p:ph idx="22"/>
          </p:nvPr>
        </p:nvSpPr>
        <p:spPr>
          <a:xfrm>
            <a:off x="609600" y="4812985"/>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6" name="Picture Placeholder 7"/>
          <p:cNvSpPr>
            <a:spLocks noGrp="1"/>
          </p:cNvSpPr>
          <p:nvPr>
            <p:ph type="pic" sz="quarter" idx="23"/>
          </p:nvPr>
        </p:nvSpPr>
        <p:spPr>
          <a:xfrm>
            <a:off x="621792" y="3359088"/>
            <a:ext cx="2755392" cy="1389888"/>
          </a:xfrm>
          <a:solidFill>
            <a:srgbClr val="97C5EB"/>
          </a:solidFill>
        </p:spPr>
        <p:txBody>
          <a:bodyPr>
            <a:noAutofit/>
          </a:bodyPr>
          <a:lstStyle/>
          <a:p>
            <a:r>
              <a:rPr lang="en-US" smtClean="0"/>
              <a:t>Click icon to add picture</a:t>
            </a:r>
            <a:endParaRPr lang="en-US" dirty="0"/>
          </a:p>
        </p:txBody>
      </p:sp>
      <p:sp>
        <p:nvSpPr>
          <p:cNvPr id="47" name="Content Placeholder 2"/>
          <p:cNvSpPr>
            <a:spLocks noGrp="1"/>
          </p:cNvSpPr>
          <p:nvPr>
            <p:ph idx="30"/>
          </p:nvPr>
        </p:nvSpPr>
        <p:spPr>
          <a:xfrm>
            <a:off x="4718304" y="4812985"/>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48" name="Picture Placeholder 7"/>
          <p:cNvSpPr>
            <a:spLocks noGrp="1"/>
          </p:cNvSpPr>
          <p:nvPr>
            <p:ph type="pic" sz="quarter" idx="31"/>
          </p:nvPr>
        </p:nvSpPr>
        <p:spPr>
          <a:xfrm>
            <a:off x="4730496" y="3359088"/>
            <a:ext cx="2755392" cy="1389888"/>
          </a:xfrm>
          <a:solidFill>
            <a:srgbClr val="97C5EB"/>
          </a:solidFill>
        </p:spPr>
        <p:txBody>
          <a:bodyPr>
            <a:noAutofit/>
          </a:bodyPr>
          <a:lstStyle/>
          <a:p>
            <a:r>
              <a:rPr lang="en-US" smtClean="0"/>
              <a:t>Click icon to add picture</a:t>
            </a:r>
            <a:endParaRPr lang="en-US" dirty="0"/>
          </a:p>
        </p:txBody>
      </p:sp>
      <p:sp>
        <p:nvSpPr>
          <p:cNvPr id="51" name="Content Placeholder 2"/>
          <p:cNvSpPr>
            <a:spLocks noGrp="1"/>
          </p:cNvSpPr>
          <p:nvPr>
            <p:ph idx="34"/>
          </p:nvPr>
        </p:nvSpPr>
        <p:spPr>
          <a:xfrm>
            <a:off x="8827008" y="4812985"/>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52" name="Picture Placeholder 7"/>
          <p:cNvSpPr>
            <a:spLocks noGrp="1"/>
          </p:cNvSpPr>
          <p:nvPr>
            <p:ph type="pic" sz="quarter" idx="35"/>
          </p:nvPr>
        </p:nvSpPr>
        <p:spPr>
          <a:xfrm>
            <a:off x="8839200" y="3359088"/>
            <a:ext cx="2755392" cy="1389888"/>
          </a:xfrm>
          <a:solidFill>
            <a:srgbClr val="97C5EB"/>
          </a:solidFill>
        </p:spPr>
        <p:txBody>
          <a:bodyPr>
            <a:noAutofit/>
          </a:bodyPr>
          <a:lstStyle/>
          <a:p>
            <a:r>
              <a:rPr lang="en-US" smtClean="0"/>
              <a:t>Click icon to add picture</a:t>
            </a:r>
            <a:endParaRPr lang="en-US" dirty="0"/>
          </a:p>
        </p:txBody>
      </p:sp>
      <p:sp>
        <p:nvSpPr>
          <p:cNvPr id="5" name="Slide Number Placeholder 4"/>
          <p:cNvSpPr>
            <a:spLocks noGrp="1"/>
          </p:cNvSpPr>
          <p:nvPr>
            <p:ph type="sldNum" sz="quarter" idx="37"/>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38"/>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1158317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6 picture layout with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40"/>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41"/>
          </p:nvPr>
        </p:nvSpPr>
        <p:spPr/>
        <p:txBody>
          <a:bodyPr/>
          <a:lstStyle/>
          <a:p>
            <a:r>
              <a:rPr lang="en-US" dirty="0" smtClean="0"/>
              <a:t>BOEING PROPRIETARY</a:t>
            </a:r>
            <a:endParaRPr lang="en-US" dirty="0"/>
          </a:p>
        </p:txBody>
      </p:sp>
      <p:sp>
        <p:nvSpPr>
          <p:cNvPr id="18" name="Text Placeholder 8"/>
          <p:cNvSpPr>
            <a:spLocks noGrp="1"/>
          </p:cNvSpPr>
          <p:nvPr>
            <p:ph type="body" sz="quarter" idx="38" hasCustomPrompt="1"/>
          </p:nvPr>
        </p:nvSpPr>
        <p:spPr>
          <a:xfrm>
            <a:off x="460749" y="6159484"/>
            <a:ext cx="11286635"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21" name="Content Placeholder 2"/>
          <p:cNvSpPr>
            <a:spLocks noGrp="1"/>
          </p:cNvSpPr>
          <p:nvPr>
            <p:ph idx="1"/>
          </p:nvPr>
        </p:nvSpPr>
        <p:spPr>
          <a:xfrm>
            <a:off x="609600" y="277387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2" name="Picture Placeholder 7"/>
          <p:cNvSpPr>
            <a:spLocks noGrp="1"/>
          </p:cNvSpPr>
          <p:nvPr>
            <p:ph type="pic" sz="quarter" idx="13"/>
          </p:nvPr>
        </p:nvSpPr>
        <p:spPr>
          <a:xfrm>
            <a:off x="621792" y="1310832"/>
            <a:ext cx="2755392" cy="1389888"/>
          </a:xfrm>
          <a:solidFill>
            <a:srgbClr val="97C5EB"/>
          </a:solidFill>
        </p:spPr>
        <p:txBody>
          <a:bodyPr>
            <a:noAutofit/>
          </a:bodyPr>
          <a:lstStyle/>
          <a:p>
            <a:r>
              <a:rPr lang="en-US" smtClean="0"/>
              <a:t>Click icon to add picture</a:t>
            </a:r>
            <a:endParaRPr lang="en-US" dirty="0"/>
          </a:p>
        </p:txBody>
      </p:sp>
      <p:sp>
        <p:nvSpPr>
          <p:cNvPr id="23" name="Content Placeholder 2"/>
          <p:cNvSpPr>
            <a:spLocks noGrp="1"/>
          </p:cNvSpPr>
          <p:nvPr>
            <p:ph idx="18"/>
          </p:nvPr>
        </p:nvSpPr>
        <p:spPr>
          <a:xfrm>
            <a:off x="4718304" y="277387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4" name="Picture Placeholder 7"/>
          <p:cNvSpPr>
            <a:spLocks noGrp="1"/>
          </p:cNvSpPr>
          <p:nvPr>
            <p:ph type="pic" sz="quarter" idx="19"/>
          </p:nvPr>
        </p:nvSpPr>
        <p:spPr>
          <a:xfrm>
            <a:off x="4730496" y="1310832"/>
            <a:ext cx="2755392" cy="1389888"/>
          </a:xfrm>
          <a:solidFill>
            <a:srgbClr val="97C5EB"/>
          </a:solidFill>
        </p:spPr>
        <p:txBody>
          <a:bodyPr>
            <a:noAutofit/>
          </a:bodyPr>
          <a:lstStyle/>
          <a:p>
            <a:r>
              <a:rPr lang="en-US" smtClean="0"/>
              <a:t>Click icon to add picture</a:t>
            </a:r>
            <a:endParaRPr lang="en-US" dirty="0"/>
          </a:p>
        </p:txBody>
      </p:sp>
      <p:sp>
        <p:nvSpPr>
          <p:cNvPr id="25" name="Content Placeholder 2"/>
          <p:cNvSpPr>
            <a:spLocks noGrp="1"/>
          </p:cNvSpPr>
          <p:nvPr>
            <p:ph idx="20"/>
          </p:nvPr>
        </p:nvSpPr>
        <p:spPr>
          <a:xfrm>
            <a:off x="8827008" y="2773873"/>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6" name="Picture Placeholder 7"/>
          <p:cNvSpPr>
            <a:spLocks noGrp="1"/>
          </p:cNvSpPr>
          <p:nvPr>
            <p:ph type="pic" sz="quarter" idx="21"/>
          </p:nvPr>
        </p:nvSpPr>
        <p:spPr>
          <a:xfrm>
            <a:off x="8839200" y="1310832"/>
            <a:ext cx="2755392" cy="1389888"/>
          </a:xfrm>
          <a:solidFill>
            <a:srgbClr val="97C5EB"/>
          </a:solidFill>
        </p:spPr>
        <p:txBody>
          <a:bodyPr>
            <a:noAutofit/>
          </a:bodyPr>
          <a:lstStyle/>
          <a:p>
            <a:r>
              <a:rPr lang="en-US" smtClean="0"/>
              <a:t>Click icon to add picture</a:t>
            </a:r>
            <a:endParaRPr lang="en-US" dirty="0"/>
          </a:p>
        </p:txBody>
      </p:sp>
      <p:sp>
        <p:nvSpPr>
          <p:cNvPr id="27" name="Content Placeholder 2"/>
          <p:cNvSpPr>
            <a:spLocks noGrp="1"/>
          </p:cNvSpPr>
          <p:nvPr>
            <p:ph idx="22"/>
          </p:nvPr>
        </p:nvSpPr>
        <p:spPr>
          <a:xfrm>
            <a:off x="609600" y="4812985"/>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28" name="Picture Placeholder 7"/>
          <p:cNvSpPr>
            <a:spLocks noGrp="1"/>
          </p:cNvSpPr>
          <p:nvPr>
            <p:ph type="pic" sz="quarter" idx="23"/>
          </p:nvPr>
        </p:nvSpPr>
        <p:spPr>
          <a:xfrm>
            <a:off x="621792" y="3359088"/>
            <a:ext cx="2755392" cy="1389888"/>
          </a:xfrm>
          <a:solidFill>
            <a:srgbClr val="97C5EB"/>
          </a:solidFill>
        </p:spPr>
        <p:txBody>
          <a:bodyPr>
            <a:noAutofit/>
          </a:bodyPr>
          <a:lstStyle/>
          <a:p>
            <a:r>
              <a:rPr lang="en-US" smtClean="0"/>
              <a:t>Click icon to add picture</a:t>
            </a:r>
            <a:endParaRPr lang="en-US" dirty="0"/>
          </a:p>
        </p:txBody>
      </p:sp>
      <p:sp>
        <p:nvSpPr>
          <p:cNvPr id="29" name="Content Placeholder 2"/>
          <p:cNvSpPr>
            <a:spLocks noGrp="1"/>
          </p:cNvSpPr>
          <p:nvPr>
            <p:ph idx="30"/>
          </p:nvPr>
        </p:nvSpPr>
        <p:spPr>
          <a:xfrm>
            <a:off x="4718304" y="4812985"/>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0" name="Picture Placeholder 7"/>
          <p:cNvSpPr>
            <a:spLocks noGrp="1"/>
          </p:cNvSpPr>
          <p:nvPr>
            <p:ph type="pic" sz="quarter" idx="31"/>
          </p:nvPr>
        </p:nvSpPr>
        <p:spPr>
          <a:xfrm>
            <a:off x="4730496" y="3359088"/>
            <a:ext cx="2755392" cy="1389888"/>
          </a:xfrm>
          <a:solidFill>
            <a:srgbClr val="97C5EB"/>
          </a:solidFill>
        </p:spPr>
        <p:txBody>
          <a:bodyPr>
            <a:noAutofit/>
          </a:bodyPr>
          <a:lstStyle/>
          <a:p>
            <a:r>
              <a:rPr lang="en-US" smtClean="0"/>
              <a:t>Click icon to add picture</a:t>
            </a:r>
            <a:endParaRPr lang="en-US" dirty="0"/>
          </a:p>
        </p:txBody>
      </p:sp>
      <p:sp>
        <p:nvSpPr>
          <p:cNvPr id="37" name="Content Placeholder 2"/>
          <p:cNvSpPr>
            <a:spLocks noGrp="1"/>
          </p:cNvSpPr>
          <p:nvPr>
            <p:ph idx="34"/>
          </p:nvPr>
        </p:nvSpPr>
        <p:spPr>
          <a:xfrm>
            <a:off x="8827008" y="4812985"/>
            <a:ext cx="2767584" cy="124650"/>
          </a:xfrm>
        </p:spPr>
        <p:txBody>
          <a:bodyPr/>
          <a:lstStyle>
            <a:lvl1pPr algn="l">
              <a:defRPr sz="900" b="1"/>
            </a:lvl1pPr>
            <a:lvl2pPr marL="0" indent="0">
              <a:buNone/>
              <a:defRPr sz="900" b="0"/>
            </a:lvl2pPr>
            <a:lvl3pPr>
              <a:defRPr sz="900" b="0"/>
            </a:lvl3pPr>
            <a:lvl4pPr>
              <a:defRPr sz="900" b="0"/>
            </a:lvl4pPr>
          </a:lstStyle>
          <a:p>
            <a:pPr lvl="0"/>
            <a:r>
              <a:rPr lang="en-US" smtClean="0"/>
              <a:t>Click to edit Master text styles</a:t>
            </a:r>
          </a:p>
        </p:txBody>
      </p:sp>
      <p:sp>
        <p:nvSpPr>
          <p:cNvPr id="38" name="Picture Placeholder 7"/>
          <p:cNvSpPr>
            <a:spLocks noGrp="1"/>
          </p:cNvSpPr>
          <p:nvPr>
            <p:ph type="pic" sz="quarter" idx="35"/>
          </p:nvPr>
        </p:nvSpPr>
        <p:spPr>
          <a:xfrm>
            <a:off x="8839200" y="3359088"/>
            <a:ext cx="2755392" cy="1389888"/>
          </a:xfrm>
          <a:solidFill>
            <a:srgbClr val="97C5EB"/>
          </a:solidFill>
        </p:spPr>
        <p:txBody>
          <a:bodyPr>
            <a:noAutofit/>
          </a:bodyPr>
          <a:lstStyle/>
          <a:p>
            <a:r>
              <a:rPr lang="en-US" smtClean="0"/>
              <a:t>Click icon to add picture</a:t>
            </a:r>
            <a:endParaRPr lang="en-US" dirty="0"/>
          </a:p>
        </p:txBody>
      </p:sp>
    </p:spTree>
    <p:extLst>
      <p:ext uri="{BB962C8B-B14F-4D97-AF65-F5344CB8AC3E}">
        <p14:creationId xmlns:p14="http://schemas.microsoft.com/office/powerpoint/2010/main" val="95264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and Bottom Content with two imag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411587" y="4352544"/>
            <a:ext cx="10972801" cy="131112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8" name="Picture Placeholder 7"/>
          <p:cNvSpPr>
            <a:spLocks noGrp="1"/>
          </p:cNvSpPr>
          <p:nvPr>
            <p:ph type="pic" sz="quarter" idx="13"/>
          </p:nvPr>
        </p:nvSpPr>
        <p:spPr>
          <a:xfrm>
            <a:off x="448173" y="1310832"/>
            <a:ext cx="5487829" cy="2926080"/>
          </a:xfrm>
          <a:solidFill>
            <a:srgbClr val="97C5EB"/>
          </a:solidFill>
        </p:spPr>
        <p:txBody>
          <a:bodyPr>
            <a:noAutofit/>
          </a:bodyPr>
          <a:lstStyle/>
          <a:p>
            <a:r>
              <a:rPr lang="en-US" smtClean="0"/>
              <a:t>Click icon to add picture</a:t>
            </a:r>
            <a:endParaRPr lang="en-US" dirty="0"/>
          </a:p>
        </p:txBody>
      </p:sp>
      <p:sp>
        <p:nvSpPr>
          <p:cNvPr id="9" name="Picture Placeholder 7"/>
          <p:cNvSpPr>
            <a:spLocks noGrp="1"/>
          </p:cNvSpPr>
          <p:nvPr>
            <p:ph type="pic" sz="quarter" idx="14"/>
          </p:nvPr>
        </p:nvSpPr>
        <p:spPr>
          <a:xfrm>
            <a:off x="6242303" y="1310832"/>
            <a:ext cx="5487829" cy="2926080"/>
          </a:xfrm>
          <a:solidFill>
            <a:srgbClr val="97C5EB"/>
          </a:solidFill>
        </p:spPr>
        <p:txBody>
          <a:bodyPr>
            <a:noAutofit/>
          </a:bodyPr>
          <a:lstStyle/>
          <a:p>
            <a:r>
              <a:rPr lang="en-US" smtClean="0"/>
              <a:t>Click icon to add picture</a:t>
            </a:r>
            <a:endParaRPr lang="en-US" dirty="0"/>
          </a:p>
        </p:txBody>
      </p:sp>
      <p:sp>
        <p:nvSpPr>
          <p:cNvPr id="5" name="Slide Number Placeholder 4"/>
          <p:cNvSpPr>
            <a:spLocks noGrp="1"/>
          </p:cNvSpPr>
          <p:nvPr>
            <p:ph type="sldNum" sz="quarter" idx="16"/>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17"/>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678715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and Bottom Content with two image and tagline">
    <p:spTree>
      <p:nvGrpSpPr>
        <p:cNvPr id="1" name=""/>
        <p:cNvGrpSpPr/>
        <p:nvPr/>
      </p:nvGrpSpPr>
      <p:grpSpPr>
        <a:xfrm>
          <a:off x="0" y="0"/>
          <a:ext cx="0" cy="0"/>
          <a:chOff x="0" y="0"/>
          <a:chExt cx="0" cy="0"/>
        </a:xfrm>
      </p:grpSpPr>
      <p:sp>
        <p:nvSpPr>
          <p:cNvPr id="2" name="Title 1"/>
          <p:cNvSpPr>
            <a:spLocks noGrp="1"/>
          </p:cNvSpPr>
          <p:nvPr>
            <p:ph type="title"/>
          </p:nvPr>
        </p:nvSpPr>
        <p:spPr>
          <a:xfrm>
            <a:off x="448172" y="457201"/>
            <a:ext cx="11314074" cy="378565"/>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411587" y="4352544"/>
            <a:ext cx="10972801" cy="131112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Text Placeholder 6"/>
          <p:cNvSpPr>
            <a:spLocks noGrp="1"/>
          </p:cNvSpPr>
          <p:nvPr>
            <p:ph type="body" sz="quarter" idx="12"/>
          </p:nvPr>
        </p:nvSpPr>
        <p:spPr>
          <a:xfrm>
            <a:off x="448172" y="777241"/>
            <a:ext cx="11314074" cy="323165"/>
          </a:xfrm>
        </p:spPr>
        <p:txBody>
          <a:bodyPr tIns="45720"/>
          <a:lstStyle>
            <a:lvl1pPr>
              <a:buNone/>
              <a:defRPr b="0">
                <a:solidFill>
                  <a:sysClr val="windowText" lastClr="000000"/>
                </a:solidFill>
              </a:defRPr>
            </a:lvl1pPr>
          </a:lstStyle>
          <a:p>
            <a:pPr lvl="0"/>
            <a:r>
              <a:rPr lang="en-US" smtClean="0"/>
              <a:t>Click to edit Master text styles</a:t>
            </a:r>
          </a:p>
        </p:txBody>
      </p:sp>
      <p:sp>
        <p:nvSpPr>
          <p:cNvPr id="5" name="Slide Number Placeholder 4"/>
          <p:cNvSpPr>
            <a:spLocks noGrp="1"/>
          </p:cNvSpPr>
          <p:nvPr>
            <p:ph type="sldNum" sz="quarter" idx="40"/>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4" name="Footer Placeholder 3"/>
          <p:cNvSpPr>
            <a:spLocks noGrp="1"/>
          </p:cNvSpPr>
          <p:nvPr>
            <p:ph type="ftr" sz="quarter" idx="41"/>
          </p:nvPr>
        </p:nvSpPr>
        <p:spPr/>
        <p:txBody>
          <a:bodyPr/>
          <a:lstStyle/>
          <a:p>
            <a:r>
              <a:rPr lang="en-US" dirty="0" smtClean="0"/>
              <a:t>BOEING PROPRIETARY</a:t>
            </a:r>
            <a:endParaRPr lang="en-US" dirty="0"/>
          </a:p>
        </p:txBody>
      </p:sp>
      <p:sp>
        <p:nvSpPr>
          <p:cNvPr id="10" name="Text Placeholder 8"/>
          <p:cNvSpPr>
            <a:spLocks noGrp="1"/>
          </p:cNvSpPr>
          <p:nvPr>
            <p:ph type="body" sz="quarter" idx="38" hasCustomPrompt="1"/>
          </p:nvPr>
        </p:nvSpPr>
        <p:spPr>
          <a:xfrm>
            <a:off x="458907" y="6159484"/>
            <a:ext cx="11288477" cy="369332"/>
          </a:xfrm>
          <a:solidFill>
            <a:schemeClr val="tx2"/>
          </a:solidFill>
        </p:spPr>
        <p:txBody>
          <a:bodyPr lIns="91440" tIns="45720" rIns="91440" bIns="45720" anchor="b" anchorCtr="0"/>
          <a:lstStyle>
            <a:lvl1pPr algn="ctr">
              <a:defRPr>
                <a:solidFill>
                  <a:schemeClr val="bg1"/>
                </a:solidFill>
              </a:defRPr>
            </a:lvl1pPr>
          </a:lstStyle>
          <a:p>
            <a:pPr lvl="0"/>
            <a:r>
              <a:rPr lang="en-US" dirty="0" smtClean="0"/>
              <a:t>Click to edit tagline</a:t>
            </a:r>
            <a:endParaRPr lang="en-US" dirty="0"/>
          </a:p>
        </p:txBody>
      </p:sp>
      <p:sp>
        <p:nvSpPr>
          <p:cNvPr id="11" name="Picture Placeholder 7"/>
          <p:cNvSpPr>
            <a:spLocks noGrp="1"/>
          </p:cNvSpPr>
          <p:nvPr>
            <p:ph type="pic" sz="quarter" idx="13"/>
          </p:nvPr>
        </p:nvSpPr>
        <p:spPr>
          <a:xfrm>
            <a:off x="448173" y="1310832"/>
            <a:ext cx="5487829" cy="2926080"/>
          </a:xfrm>
          <a:solidFill>
            <a:srgbClr val="97C5EB"/>
          </a:solidFill>
        </p:spPr>
        <p:txBody>
          <a:bodyPr>
            <a:noAutofit/>
          </a:bodyPr>
          <a:lstStyle/>
          <a:p>
            <a:r>
              <a:rPr lang="en-US" smtClean="0"/>
              <a:t>Click icon to add picture</a:t>
            </a:r>
            <a:endParaRPr lang="en-US" dirty="0"/>
          </a:p>
        </p:txBody>
      </p:sp>
      <p:sp>
        <p:nvSpPr>
          <p:cNvPr id="12" name="Picture Placeholder 7"/>
          <p:cNvSpPr>
            <a:spLocks noGrp="1"/>
          </p:cNvSpPr>
          <p:nvPr>
            <p:ph type="pic" sz="quarter" idx="14"/>
          </p:nvPr>
        </p:nvSpPr>
        <p:spPr>
          <a:xfrm>
            <a:off x="6242303" y="1310832"/>
            <a:ext cx="5487829" cy="2926080"/>
          </a:xfrm>
          <a:solidFill>
            <a:srgbClr val="97C5EB"/>
          </a:solidFill>
        </p:spPr>
        <p:txBody>
          <a:bodyPr>
            <a:noAutofit/>
          </a:bodyPr>
          <a:lstStyle/>
          <a:p>
            <a:r>
              <a:rPr lang="en-US" smtClean="0"/>
              <a:t>Click icon to add picture</a:t>
            </a:r>
            <a:endParaRPr lang="en-US" dirty="0"/>
          </a:p>
        </p:txBody>
      </p:sp>
    </p:spTree>
    <p:extLst>
      <p:ext uri="{BB962C8B-B14F-4D97-AF65-F5344CB8AC3E}">
        <p14:creationId xmlns:p14="http://schemas.microsoft.com/office/powerpoint/2010/main" val="1315985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6"/>
          <p:cNvSpPr>
            <a:spLocks noChangeArrowheads="1"/>
          </p:cNvSpPr>
          <p:nvPr/>
        </p:nvSpPr>
        <p:spPr bwMode="auto">
          <a:xfrm>
            <a:off x="586318"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smtClean="0">
                <a:solidFill>
                  <a:srgbClr val="FFFFFF">
                    <a:lumMod val="50000"/>
                  </a:srgbClr>
                </a:solidFill>
              </a:rPr>
              <a:t>Copyright © 2016 Boeing. All rights reserved.</a:t>
            </a:r>
            <a:endParaRPr lang="en-US" sz="600" dirty="0">
              <a:solidFill>
                <a:srgbClr val="FFFFFF">
                  <a:lumMod val="50000"/>
                </a:srgbClr>
              </a:solidFill>
            </a:endParaRPr>
          </a:p>
        </p:txBody>
      </p:sp>
      <p:sp>
        <p:nvSpPr>
          <p:cNvPr id="3" name="Slide Number Placeholder 2"/>
          <p:cNvSpPr>
            <a:spLocks noGrp="1"/>
          </p:cNvSpPr>
          <p:nvPr>
            <p:ph type="sldNum" sz="quarter" idx="11"/>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2" name="Footer Placeholder 1"/>
          <p:cNvSpPr>
            <a:spLocks noGrp="1"/>
          </p:cNvSpPr>
          <p:nvPr>
            <p:ph type="ftr" sz="quarter" idx="12"/>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3701460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with Banner">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800" dirty="0" smtClean="0">
                <a:solidFill>
                  <a:srgbClr val="FFFFFF">
                    <a:lumMod val="50000"/>
                  </a:srgbClr>
                </a:solidFill>
              </a:rPr>
              <a:t> </a:t>
            </a:r>
            <a:r>
              <a:rPr lang="en-US" sz="1000" dirty="0" smtClean="0">
                <a:solidFill>
                  <a:srgbClr val="FFFFFF">
                    <a:lumMod val="50000"/>
                  </a:srgbClr>
                </a:solidFill>
              </a:rPr>
              <a:t>| </a:t>
            </a:r>
            <a:fld id="{689318A1-174D-4DEE-8106-03A37B9BCF15}" type="slidenum">
              <a:rPr lang="en-US" sz="1000" smtClean="0">
                <a:solidFill>
                  <a:srgbClr val="FFFFFF">
                    <a:lumMod val="50000"/>
                  </a:srgbClr>
                </a:solidFill>
              </a:rPr>
              <a:pPr/>
              <a:t>‹#›</a:t>
            </a:fld>
            <a:endParaRPr lang="en-US" sz="1000" dirty="0">
              <a:solidFill>
                <a:srgbClr val="FFFFFF">
                  <a:lumMod val="50000"/>
                </a:srgbClr>
              </a:solidFill>
            </a:endParaRPr>
          </a:p>
        </p:txBody>
      </p:sp>
      <p:sp>
        <p:nvSpPr>
          <p:cNvPr id="2" name="Footer Placeholder 1"/>
          <p:cNvSpPr>
            <a:spLocks noGrp="1"/>
          </p:cNvSpPr>
          <p:nvPr>
            <p:ph type="ftr" sz="quarter" idx="12"/>
          </p:nvPr>
        </p:nvSpPr>
        <p:spPr/>
        <p:txBody>
          <a:bodyPr/>
          <a:lstStyle/>
          <a:p>
            <a:r>
              <a:rPr lang="en-US" dirty="0" smtClean="0"/>
              <a:t>BOEING PROPRIETARY</a:t>
            </a:r>
            <a:endParaRPr lang="en-US" dirty="0"/>
          </a:p>
        </p:txBody>
      </p:sp>
    </p:spTree>
    <p:extLst>
      <p:ext uri="{BB962C8B-B14F-4D97-AF65-F5344CB8AC3E}">
        <p14:creationId xmlns:p14="http://schemas.microsoft.com/office/powerpoint/2010/main" val="3332361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eal_Image_Content">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a:extLst>
              <a:ext uri="{28A0092B-C50C-407E-A947-70E740481C1C}">
                <a14:useLocalDpi xmlns:a14="http://schemas.microsoft.com/office/drawing/2010/main" val="0"/>
              </a:ext>
            </a:extLst>
          </a:blip>
          <a:srcRect l="29933" r="2218"/>
          <a:stretch/>
        </p:blipFill>
        <p:spPr>
          <a:xfrm>
            <a:off x="-7377" y="1671114"/>
            <a:ext cx="4525470" cy="2878982"/>
          </a:xfrm>
          <a:prstGeom prst="rect">
            <a:avLst/>
          </a:prstGeom>
        </p:spPr>
      </p:pic>
      <p:sp>
        <p:nvSpPr>
          <p:cNvPr id="14" name="Text Placeholder 2"/>
          <p:cNvSpPr>
            <a:spLocks noGrp="1"/>
          </p:cNvSpPr>
          <p:nvPr>
            <p:ph idx="22" hasCustomPrompt="1"/>
          </p:nvPr>
        </p:nvSpPr>
        <p:spPr>
          <a:xfrm>
            <a:off x="4923409" y="1685332"/>
            <a:ext cx="6859786" cy="2864449"/>
          </a:xfrm>
          <a:prstGeom prst="rect">
            <a:avLst/>
          </a:prstGeom>
        </p:spPr>
        <p:txBody>
          <a:bodyPr vert="horz" lIns="91440" tIns="45720" rIns="91440" bIns="45720" rtlCol="0">
            <a:noAutofit/>
          </a:bodyPr>
          <a:lstStyle>
            <a:lvl1pPr marL="171450" indent="-171450">
              <a:buClr>
                <a:srgbClr val="009BDF"/>
              </a:buClr>
              <a:buFont typeface="Wingdings" panose="05000000000000000000" pitchFamily="2" charset="2"/>
              <a:buChar char="§"/>
              <a:defRPr sz="2400"/>
            </a:lvl1pPr>
            <a:lvl2pPr>
              <a:buClr>
                <a:srgbClr val="009BDF"/>
              </a:buClr>
              <a:defRPr sz="1400"/>
            </a:lvl2pPr>
            <a:lvl3pPr>
              <a:buClr>
                <a:srgbClr val="009BDF"/>
              </a:buClr>
              <a:defRPr sz="900"/>
            </a:lvl3pPr>
            <a:lvl4pPr>
              <a:buClr>
                <a:srgbClr val="009BDF"/>
              </a:buClr>
              <a:defRPr sz="825"/>
            </a:lvl4pPr>
            <a:lvl5pPr>
              <a:buClr>
                <a:srgbClr val="009BDF"/>
              </a:buClr>
              <a:defRPr sz="825"/>
            </a:lvl5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5" name="Title 19"/>
          <p:cNvSpPr>
            <a:spLocks noGrp="1"/>
          </p:cNvSpPr>
          <p:nvPr>
            <p:ph type="title" hasCustomPrompt="1"/>
          </p:nvPr>
        </p:nvSpPr>
        <p:spPr>
          <a:xfrm>
            <a:off x="243773" y="640080"/>
            <a:ext cx="11437463" cy="941832"/>
          </a:xfrm>
        </p:spPr>
        <p:txBody>
          <a:bodyPr anchor="t" anchorCtr="0">
            <a:normAutofit/>
          </a:bodyPr>
          <a:lstStyle>
            <a:lvl1pPr>
              <a:defRPr sz="4000" b="0">
                <a:solidFill>
                  <a:srgbClr val="009BDF"/>
                </a:solidFill>
                <a:latin typeface="Arial" charset="0"/>
                <a:ea typeface="Arial" charset="0"/>
                <a:cs typeface="Arial" charset="0"/>
              </a:defRPr>
            </a:lvl1pPr>
          </a:lstStyle>
          <a:p>
            <a:r>
              <a:rPr lang="en-US" dirty="0" smtClean="0"/>
              <a:t>Slide title (Arial 40pt)</a:t>
            </a:r>
            <a:endParaRPr lang="en-US" dirty="0"/>
          </a:p>
        </p:txBody>
      </p:sp>
      <p:sp>
        <p:nvSpPr>
          <p:cNvPr id="19" name="Text Placeholder 2"/>
          <p:cNvSpPr>
            <a:spLocks noGrp="1"/>
          </p:cNvSpPr>
          <p:nvPr>
            <p:ph idx="23" hasCustomPrompt="1"/>
          </p:nvPr>
        </p:nvSpPr>
        <p:spPr>
          <a:xfrm>
            <a:off x="1426512" y="4790217"/>
            <a:ext cx="6100175" cy="1801266"/>
          </a:xfrm>
          <a:prstGeom prst="rect">
            <a:avLst/>
          </a:prstGeom>
        </p:spPr>
        <p:txBody>
          <a:bodyPr vert="horz" lIns="91440" tIns="45720" rIns="91440" bIns="45720" rtlCol="0">
            <a:noAutofit/>
          </a:bodyPr>
          <a:lstStyle>
            <a:lvl1pPr marL="171450" indent="-171450">
              <a:buClr>
                <a:schemeClr val="tx1"/>
              </a:buClr>
              <a:buFont typeface="Wingdings" panose="05000000000000000000" pitchFamily="2" charset="2"/>
              <a:buChar char="§"/>
              <a:defRPr sz="1800"/>
            </a:lvl1pPr>
            <a:lvl2pPr>
              <a:buClr>
                <a:schemeClr val="tx1"/>
              </a:buClr>
              <a:defRPr sz="1400"/>
            </a:lvl2pPr>
            <a:lvl3pPr>
              <a:buClr>
                <a:schemeClr val="tx1"/>
              </a:buClr>
              <a:defRPr sz="900"/>
            </a:lvl3pPr>
            <a:lvl4pPr>
              <a:buClr>
                <a:schemeClr val="tx1"/>
              </a:buClr>
              <a:defRPr sz="825"/>
            </a:lvl4pPr>
            <a:lvl5pPr>
              <a:buClr>
                <a:schemeClr val="tx1"/>
              </a:buClr>
              <a:defRPr sz="825"/>
            </a:lvl5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grpSp>
        <p:nvGrpSpPr>
          <p:cNvPr id="35" name="Group 34"/>
          <p:cNvGrpSpPr/>
          <p:nvPr userDrawn="1"/>
        </p:nvGrpSpPr>
        <p:grpSpPr>
          <a:xfrm>
            <a:off x="2380691" y="2244906"/>
            <a:ext cx="2309195" cy="2304876"/>
            <a:chOff x="1705195" y="2244906"/>
            <a:chExt cx="2308594" cy="2304876"/>
          </a:xfrm>
        </p:grpSpPr>
        <p:sp>
          <p:nvSpPr>
            <p:cNvPr id="36" name="Rectangle 35"/>
            <p:cNvSpPr/>
            <p:nvPr userDrawn="1"/>
          </p:nvSpPr>
          <p:spPr>
            <a:xfrm>
              <a:off x="3430196" y="2244906"/>
              <a:ext cx="576219" cy="576219"/>
            </a:xfrm>
            <a:prstGeom prst="rect">
              <a:avLst/>
            </a:prstGeom>
            <a:solidFill>
              <a:srgbClr val="DA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37" name="Rectangle 36"/>
            <p:cNvSpPr/>
            <p:nvPr userDrawn="1"/>
          </p:nvSpPr>
          <p:spPr>
            <a:xfrm>
              <a:off x="2283272" y="2821125"/>
              <a:ext cx="576219" cy="576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38" name="Rectangle 37"/>
            <p:cNvSpPr/>
            <p:nvPr userDrawn="1"/>
          </p:nvSpPr>
          <p:spPr>
            <a:xfrm>
              <a:off x="2283273" y="3397344"/>
              <a:ext cx="576219" cy="576219"/>
            </a:xfrm>
            <a:prstGeom prst="rect">
              <a:avLst/>
            </a:prstGeom>
            <a:solidFill>
              <a:srgbClr val="DA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39" name="Rectangle 38"/>
            <p:cNvSpPr/>
            <p:nvPr userDrawn="1"/>
          </p:nvSpPr>
          <p:spPr>
            <a:xfrm>
              <a:off x="1705195" y="3973563"/>
              <a:ext cx="576219" cy="576219"/>
            </a:xfrm>
            <a:prstGeom prst="rect">
              <a:avLst/>
            </a:prstGeom>
            <a:solidFill>
              <a:srgbClr val="DA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40" name="Rectangle 39"/>
            <p:cNvSpPr/>
            <p:nvPr userDrawn="1"/>
          </p:nvSpPr>
          <p:spPr>
            <a:xfrm>
              <a:off x="2853977" y="3397344"/>
              <a:ext cx="576219" cy="576219"/>
            </a:xfrm>
            <a:prstGeom prst="rect">
              <a:avLst/>
            </a:prstGeom>
            <a:solidFill>
              <a:srgbClr val="009B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41" name="Rectangle 40"/>
            <p:cNvSpPr/>
            <p:nvPr userDrawn="1"/>
          </p:nvSpPr>
          <p:spPr>
            <a:xfrm>
              <a:off x="2853977" y="2821125"/>
              <a:ext cx="576219" cy="576219"/>
            </a:xfrm>
            <a:prstGeom prst="rect">
              <a:avLst/>
            </a:prstGeom>
            <a:solidFill>
              <a:srgbClr val="DAD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42" name="Rectangle 41"/>
            <p:cNvSpPr/>
            <p:nvPr userDrawn="1"/>
          </p:nvSpPr>
          <p:spPr>
            <a:xfrm>
              <a:off x="2281414" y="3973563"/>
              <a:ext cx="1732375" cy="576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43" name="Rectangle 42"/>
            <p:cNvSpPr/>
            <p:nvPr/>
          </p:nvSpPr>
          <p:spPr>
            <a:xfrm>
              <a:off x="3430196" y="2821125"/>
              <a:ext cx="576219" cy="17286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grpSp>
      <p:sp>
        <p:nvSpPr>
          <p:cNvPr id="44" name="Rectangle 43"/>
          <p:cNvSpPr/>
          <p:nvPr userDrawn="1"/>
        </p:nvSpPr>
        <p:spPr>
          <a:xfrm>
            <a:off x="2388067" y="1668688"/>
            <a:ext cx="2301819" cy="576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a:solidFill>
                <a:srgbClr val="FFFFFF"/>
              </a:solidFill>
            </a:endParaRPr>
          </a:p>
        </p:txBody>
      </p:sp>
      <p:sp>
        <p:nvSpPr>
          <p:cNvPr id="22" name="Rectangle 7"/>
          <p:cNvSpPr>
            <a:spLocks noGrp="1" noChangeArrowheads="1"/>
          </p:cNvSpPr>
          <p:nvPr>
            <p:ph type="sldNum" sz="quarter" idx="4"/>
          </p:nvPr>
        </p:nvSpPr>
        <p:spPr bwMode="auto">
          <a:xfrm>
            <a:off x="10237553" y="6532563"/>
            <a:ext cx="1782762"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solidFill>
                  <a:schemeClr val="bg1">
                    <a:lumMod val="50000"/>
                  </a:schemeClr>
                </a:solidFill>
                <a:latin typeface="Arial" charset="0"/>
                <a:ea typeface="Arial" charset="0"/>
                <a:cs typeface="Arial" charset="0"/>
              </a:defRPr>
            </a:lvl1pPr>
          </a:lstStyle>
          <a:p>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24" name="Rectangle 5"/>
          <p:cNvSpPr>
            <a:spLocks noChangeArrowheads="1"/>
          </p:cNvSpPr>
          <p:nvPr userDrawn="1"/>
        </p:nvSpPr>
        <p:spPr bwMode="auto">
          <a:xfrm>
            <a:off x="310972" y="6686001"/>
            <a:ext cx="2065338" cy="83100"/>
          </a:xfrm>
          <a:prstGeom prst="rect">
            <a:avLst/>
          </a:prstGeom>
          <a:noFill/>
          <a:ln w="12700">
            <a:noFill/>
            <a:miter lim="800000"/>
            <a:headEnd type="none" w="sm" len="sm"/>
            <a:tailEnd type="none" w="sm" len="sm"/>
          </a:ln>
          <a:effectLst/>
        </p:spPr>
        <p:txBody>
          <a:bodyPr lIns="6858" tIns="6858" rIns="6858" bIns="6858" anchor="b">
            <a:spAutoFit/>
          </a:bodyPr>
          <a:lstStyle/>
          <a:p>
            <a:pPr defTabSz="615554" eaLnBrk="0" fontAlgn="base" hangingPunct="0">
              <a:spcBef>
                <a:spcPct val="0"/>
              </a:spcBef>
              <a:spcAft>
                <a:spcPct val="0"/>
              </a:spcAft>
            </a:pPr>
            <a:r>
              <a:rPr lang="en-US" sz="450" dirty="0">
                <a:solidFill>
                  <a:srgbClr val="FFFFFF">
                    <a:lumMod val="50000"/>
                  </a:srgbClr>
                </a:solidFill>
                <a:ea typeface="Arial" charset="0"/>
                <a:cs typeface="Arial" charset="0"/>
              </a:rPr>
              <a:t>Copyright © 2018 Boeing. All rights reserved.</a:t>
            </a:r>
          </a:p>
        </p:txBody>
      </p:sp>
      <p:cxnSp>
        <p:nvCxnSpPr>
          <p:cNvPr id="20" name="Straight Connector 19"/>
          <p:cNvCxnSpPr/>
          <p:nvPr userDrawn="1"/>
        </p:nvCxnSpPr>
        <p:spPr>
          <a:xfrm flipH="1">
            <a:off x="-1" y="394142"/>
            <a:ext cx="9237846"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userDrawn="1"/>
        </p:nvPicPr>
        <p:blipFill rotWithShape="1">
          <a:blip r:embed="rId3" cstate="print">
            <a:extLst>
              <a:ext uri="{28A0092B-C50C-407E-A947-70E740481C1C}">
                <a14:useLocalDpi xmlns:a14="http://schemas.microsoft.com/office/drawing/2010/main" val="0"/>
              </a:ext>
            </a:extLst>
          </a:blip>
          <a:srcRect r="32379"/>
          <a:stretch/>
        </p:blipFill>
        <p:spPr>
          <a:xfrm>
            <a:off x="9121174" y="38658"/>
            <a:ext cx="2715530" cy="632276"/>
          </a:xfrm>
          <a:prstGeom prst="rect">
            <a:avLst/>
          </a:prstGeom>
        </p:spPr>
      </p:pic>
    </p:spTree>
    <p:extLst>
      <p:ext uri="{BB962C8B-B14F-4D97-AF65-F5344CB8AC3E}">
        <p14:creationId xmlns:p14="http://schemas.microsoft.com/office/powerpoint/2010/main" val="2078781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PT&amp;A Leadership Title Slide">
    <p:spTree>
      <p:nvGrpSpPr>
        <p:cNvPr id="1" name=""/>
        <p:cNvGrpSpPr/>
        <p:nvPr/>
      </p:nvGrpSpPr>
      <p:grpSpPr>
        <a:xfrm>
          <a:off x="0" y="0"/>
          <a:ext cx="0" cy="0"/>
          <a:chOff x="0" y="0"/>
          <a:chExt cx="0" cy="0"/>
        </a:xfrm>
      </p:grpSpPr>
      <p:sp>
        <p:nvSpPr>
          <p:cNvPr id="324614" name="Rectangle 2"/>
          <p:cNvSpPr>
            <a:spLocks noGrp="1" noChangeArrowheads="1"/>
          </p:cNvSpPr>
          <p:nvPr>
            <p:ph type="ctrTitle"/>
          </p:nvPr>
        </p:nvSpPr>
        <p:spPr>
          <a:xfrm>
            <a:off x="914400" y="2835258"/>
            <a:ext cx="10363200" cy="373949"/>
          </a:xfrm>
        </p:spPr>
        <p:txBody>
          <a:bodyPr/>
          <a:lstStyle>
            <a:lvl1pPr>
              <a:defRPr sz="2700"/>
            </a:lvl1pPr>
          </a:lstStyle>
          <a:p>
            <a:pPr lvl="0"/>
            <a:r>
              <a:rPr lang="en-US" noProof="0" smtClean="0"/>
              <a:t>Click to edit Master title style</a:t>
            </a:r>
            <a:endParaRPr lang="en-US" noProof="0" dirty="0" smtClean="0"/>
          </a:p>
        </p:txBody>
      </p:sp>
      <p:pic>
        <p:nvPicPr>
          <p:cNvPr id="3" name="Picture 9" descr="Boeing_RGBblue_standard"/>
          <p:cNvPicPr preferRelativeResize="0">
            <a:picLocks noChangeAspect="1" noChangeArrowheads="1"/>
          </p:cNvPicPr>
          <p:nvPr/>
        </p:nvPicPr>
        <p:blipFill>
          <a:blip r:embed="rId2" cstate="print"/>
          <a:srcRect/>
          <a:stretch>
            <a:fillRect/>
          </a:stretch>
        </p:blipFill>
        <p:spPr bwMode="auto">
          <a:xfrm>
            <a:off x="514351" y="342903"/>
            <a:ext cx="2451100" cy="442913"/>
          </a:xfrm>
          <a:prstGeom prst="rect">
            <a:avLst/>
          </a:prstGeom>
          <a:noFill/>
          <a:ln w="9525">
            <a:noFill/>
            <a:miter lim="800000"/>
            <a:headEnd/>
            <a:tailEnd/>
          </a:ln>
        </p:spPr>
      </p:pic>
      <p:sp>
        <p:nvSpPr>
          <p:cNvPr id="4" name="Rectangle 6"/>
          <p:cNvSpPr>
            <a:spLocks noChangeArrowheads="1"/>
          </p:cNvSpPr>
          <p:nvPr/>
        </p:nvSpPr>
        <p:spPr bwMode="auto">
          <a:xfrm>
            <a:off x="254000" y="6607175"/>
            <a:ext cx="3566584" cy="156964"/>
          </a:xfrm>
          <a:prstGeom prst="rect">
            <a:avLst/>
          </a:prstGeom>
          <a:noFill/>
          <a:ln w="12700">
            <a:noFill/>
            <a:miter lim="800000"/>
            <a:headEnd type="none" w="sm" len="sm"/>
            <a:tailEnd type="none" w="sm" len="sm"/>
          </a:ln>
        </p:spPr>
        <p:txBody>
          <a:bodyPr lIns="6857" tIns="6857" rIns="6857" bIns="6857">
            <a:spAutoFit/>
          </a:bodyPr>
          <a:lstStyle/>
          <a:p>
            <a:pPr defTabSz="615554" eaLnBrk="0" fontAlgn="base" hangingPunct="0">
              <a:spcBef>
                <a:spcPct val="0"/>
              </a:spcBef>
              <a:spcAft>
                <a:spcPct val="0"/>
              </a:spcAft>
              <a:defRPr/>
            </a:pPr>
            <a:r>
              <a:rPr lang="en-US" sz="450" dirty="0">
                <a:solidFill>
                  <a:srgbClr val="000000"/>
                </a:solidFill>
              </a:rPr>
              <a:t>BOEING is a trademark of Boeing Management Company.</a:t>
            </a:r>
          </a:p>
          <a:p>
            <a:pPr defTabSz="615554" eaLnBrk="0" fontAlgn="base" hangingPunct="0">
              <a:spcBef>
                <a:spcPct val="0"/>
              </a:spcBef>
              <a:spcAft>
                <a:spcPct val="0"/>
              </a:spcAft>
              <a:defRPr/>
            </a:pPr>
            <a:r>
              <a:rPr lang="en-US" sz="450" dirty="0">
                <a:solidFill>
                  <a:srgbClr val="000000"/>
                </a:solidFill>
              </a:rPr>
              <a:t>Copyright © </a:t>
            </a:r>
            <a:r>
              <a:rPr lang="en-US" sz="450" dirty="0" smtClean="0">
                <a:solidFill>
                  <a:srgbClr val="000000"/>
                </a:solidFill>
              </a:rPr>
              <a:t>2016 </a:t>
            </a:r>
            <a:r>
              <a:rPr lang="en-US" sz="450" dirty="0">
                <a:solidFill>
                  <a:srgbClr val="000000"/>
                </a:solidFill>
              </a:rPr>
              <a:t>Boeing. All rights reserved</a:t>
            </a:r>
          </a:p>
        </p:txBody>
      </p:sp>
      <p:sp>
        <p:nvSpPr>
          <p:cNvPr id="8" name="Text Box 6"/>
          <p:cNvSpPr txBox="1">
            <a:spLocks noChangeArrowheads="1"/>
          </p:cNvSpPr>
          <p:nvPr userDrawn="1"/>
        </p:nvSpPr>
        <p:spPr bwMode="auto">
          <a:xfrm>
            <a:off x="7631636" y="538988"/>
            <a:ext cx="3903633" cy="476092"/>
          </a:xfrm>
          <a:prstGeom prst="rect">
            <a:avLst/>
          </a:prstGeom>
          <a:noFill/>
          <a:ln w="12700">
            <a:noFill/>
            <a:miter lim="800000"/>
            <a:headEnd type="none" w="sm" len="sm"/>
            <a:tailEnd type="none" w="sm" len="sm"/>
          </a:ln>
          <a:effectLst/>
        </p:spPr>
        <p:txBody>
          <a:bodyPr wrap="none">
            <a:spAutoFit/>
          </a:bodyPr>
          <a:lstStyle/>
          <a:p>
            <a:pPr algn="r" defTabSz="615554" eaLnBrk="0" hangingPunct="0">
              <a:lnSpc>
                <a:spcPct val="95000"/>
              </a:lnSpc>
              <a:defRPr/>
            </a:pPr>
            <a:r>
              <a:rPr lang="en-US" sz="1125" b="1" kern="0" dirty="0" smtClean="0">
                <a:solidFill>
                  <a:srgbClr val="0039A6"/>
                </a:solidFill>
              </a:rPr>
              <a:t>Boeing Commercial Airplanes</a:t>
            </a:r>
            <a:endParaRPr lang="en-US" sz="1125" b="1" kern="0" dirty="0">
              <a:solidFill>
                <a:srgbClr val="0039A6"/>
              </a:solidFill>
            </a:endParaRPr>
          </a:p>
          <a:p>
            <a:pPr algn="r" defTabSz="615554" eaLnBrk="0" hangingPunct="0">
              <a:lnSpc>
                <a:spcPct val="95000"/>
              </a:lnSpc>
              <a:defRPr/>
            </a:pPr>
            <a:r>
              <a:rPr lang="en-US" sz="1500" kern="0" dirty="0" smtClean="0">
                <a:solidFill>
                  <a:srgbClr val="0096DB"/>
                </a:solidFill>
              </a:rPr>
              <a:t>BCA Airplane Level Engineering Integration</a:t>
            </a:r>
            <a:endParaRPr lang="en-US" sz="1500" kern="0" dirty="0">
              <a:solidFill>
                <a:srgbClr val="0096DB"/>
              </a:solidFill>
            </a:endParaRPr>
          </a:p>
        </p:txBody>
      </p:sp>
      <p:sp>
        <p:nvSpPr>
          <p:cNvPr id="9" name="Rectangle 5"/>
          <p:cNvSpPr>
            <a:spLocks noGrp="1" noChangeArrowheads="1"/>
          </p:cNvSpPr>
          <p:nvPr userDrawn="1">
            <p:ph type="subTitle" idx="4294967295"/>
          </p:nvPr>
        </p:nvSpPr>
        <p:spPr>
          <a:xfrm>
            <a:off x="914400" y="4808541"/>
            <a:ext cx="8534400" cy="207749"/>
          </a:xfrm>
        </p:spPr>
        <p:txBody>
          <a:bodyPr/>
          <a:lstStyle>
            <a:lvl1pPr marL="0" indent="0">
              <a:buFont typeface="Wingdings" pitchFamily="2" charset="2"/>
              <a:buNone/>
              <a:defRPr>
                <a:solidFill>
                  <a:srgbClr val="0038A9"/>
                </a:solidFill>
              </a:defRPr>
            </a:lvl1pPr>
          </a:lstStyle>
          <a:p>
            <a:pPr marL="0" indent="0">
              <a:buFont typeface="Wingdings" pitchFamily="2" charset="2"/>
              <a:buNone/>
            </a:pPr>
            <a:r>
              <a:rPr lang="en-US" sz="1500" smtClean="0"/>
              <a:t>Click to edit Master subtitle style</a:t>
            </a:r>
            <a:endParaRPr lang="en-US" sz="1200" b="0" dirty="0" smtClean="0"/>
          </a:p>
        </p:txBody>
      </p:sp>
      <p:pic>
        <p:nvPicPr>
          <p:cNvPr id="6" name="Picture 5" descr="photoband.jpg"/>
          <p:cNvPicPr>
            <a:picLocks noChangeAspect="1"/>
          </p:cNvPicPr>
          <p:nvPr userDrawn="1"/>
        </p:nvPicPr>
        <p:blipFill>
          <a:blip r:embed="rId3" cstate="print"/>
          <a:stretch>
            <a:fillRect/>
          </a:stretch>
        </p:blipFill>
        <p:spPr>
          <a:xfrm>
            <a:off x="0" y="3245320"/>
            <a:ext cx="12192000" cy="1389888"/>
          </a:xfrm>
          <a:prstGeom prst="rect">
            <a:avLst/>
          </a:prstGeom>
        </p:spPr>
      </p:pic>
    </p:spTree>
    <p:extLst>
      <p:ext uri="{BB962C8B-B14F-4D97-AF65-F5344CB8AC3E}">
        <p14:creationId xmlns:p14="http://schemas.microsoft.com/office/powerpoint/2010/main" val="1457999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 Propriet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7"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2164534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 NO Propriet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99129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9" name="grid"/>
          <p:cNvGrpSpPr/>
          <p:nvPr userDrawn="1"/>
        </p:nvGrpSpPr>
        <p:grpSpPr>
          <a:xfrm>
            <a:off x="-4" y="0"/>
            <a:ext cx="12192015" cy="6858000"/>
            <a:chOff x="-3" y="0"/>
            <a:chExt cx="9144011" cy="6858000"/>
          </a:xfrm>
        </p:grpSpPr>
        <p:grpSp>
          <p:nvGrpSpPr>
            <p:cNvPr id="10" name="Group 9"/>
            <p:cNvGrpSpPr/>
            <p:nvPr userDrawn="1"/>
          </p:nvGrpSpPr>
          <p:grpSpPr>
            <a:xfrm>
              <a:off x="-3" y="0"/>
              <a:ext cx="9144011" cy="6858000"/>
              <a:chOff x="-3" y="0"/>
              <a:chExt cx="9144011" cy="6858000"/>
            </a:xfrm>
          </p:grpSpPr>
          <p:grpSp>
            <p:nvGrpSpPr>
              <p:cNvPr id="12" name="Group 41"/>
              <p:cNvGrpSpPr/>
              <p:nvPr userDrawn="1"/>
            </p:nvGrpSpPr>
            <p:grpSpPr>
              <a:xfrm>
                <a:off x="3954578" y="0"/>
                <a:ext cx="5178519" cy="6858000"/>
                <a:chOff x="3954578" y="0"/>
                <a:chExt cx="5178519" cy="6858000"/>
              </a:xfrm>
            </p:grpSpPr>
            <p:cxnSp>
              <p:nvCxnSpPr>
                <p:cNvPr id="54" name="Straight Connector 53"/>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3" name="Group 12" hidden="1"/>
              <p:cNvGrpSpPr/>
              <p:nvPr userDrawn="1"/>
            </p:nvGrpSpPr>
            <p:grpSpPr>
              <a:xfrm>
                <a:off x="-3" y="456356"/>
                <a:ext cx="9144011" cy="5958732"/>
                <a:chOff x="-3" y="456356"/>
                <a:chExt cx="9144011" cy="5958732"/>
              </a:xfrm>
            </p:grpSpPr>
            <p:cxnSp>
              <p:nvCxnSpPr>
                <p:cNvPr id="14" name="Straight Connector 13"/>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p:nvPr userDrawn="1"/>
              </p:nvCxnSpPr>
              <p:spPr>
                <a:xfrm>
                  <a:off x="471778" y="213699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userDrawn="1"/>
              </p:nvCxnSpPr>
              <p:spPr>
                <a:xfrm>
                  <a:off x="471778" y="243245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p:cNvCxnSpPr/>
                <p:nvPr userDrawn="1"/>
              </p:nvCxnSpPr>
              <p:spPr>
                <a:xfrm>
                  <a:off x="471778" y="3288274"/>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userDrawn="1"/>
              </p:nvCxnSpPr>
              <p:spPr>
                <a:xfrm>
                  <a:off x="471778" y="358373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p:cNvCxnSpPr/>
                <p:nvPr userDrawn="1"/>
              </p:nvCxnSpPr>
              <p:spPr>
                <a:xfrm>
                  <a:off x="471778" y="4424269"/>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p:cNvCxnSpPr/>
                <p:nvPr userDrawn="1"/>
              </p:nvCxnSpPr>
              <p:spPr>
                <a:xfrm>
                  <a:off x="471778" y="4719730"/>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24" name="Rectangle 23"/>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50" dirty="0">
                    <a:solidFill>
                      <a:srgbClr val="FFFFFF"/>
                    </a:solidFill>
                  </a:endParaRPr>
                </a:p>
              </p:txBody>
            </p:sp>
            <p:cxnSp>
              <p:nvCxnSpPr>
                <p:cNvPr id="25" name="Straight Connector 24"/>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3" y="2284726"/>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380" y="3429000"/>
                  <a:ext cx="9143628" cy="7005"/>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3" y="4572000"/>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30" name="Group 29"/>
                <p:cNvGrpSpPr/>
                <p:nvPr userDrawn="1"/>
              </p:nvGrpSpPr>
              <p:grpSpPr>
                <a:xfrm>
                  <a:off x="1001862" y="457200"/>
                  <a:ext cx="7135564" cy="5957888"/>
                  <a:chOff x="1001862" y="0"/>
                  <a:chExt cx="7135564" cy="6858000"/>
                </a:xfrm>
              </p:grpSpPr>
              <p:cxnSp>
                <p:nvCxnSpPr>
                  <p:cNvPr id="31" name="Straight Connector 30"/>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20"/>
                  <p:cNvCxnSpPr/>
                  <p:nvPr/>
                </p:nvCxnSpPr>
                <p:spPr>
                  <a:xfrm>
                    <a:off x="1001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15"/>
                  <p:cNvCxnSpPr/>
                  <p:nvPr/>
                </p:nvCxnSpPr>
                <p:spPr>
                  <a:xfrm>
                    <a:off x="1154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p:nvCxnSpPr>
                <p:spPr>
                  <a:xfrm>
                    <a:off x="1699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p:nvCxnSpPr>
                <p:spPr>
                  <a:xfrm>
                    <a:off x="2393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p:nvCxnSpPr>
                <p:spPr>
                  <a:xfrm>
                    <a:off x="533871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p:nvCxnSpPr>
                <p:spPr>
                  <a:xfrm>
                    <a:off x="255178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userDrawn="1"/>
                </p:nvCxnSpPr>
                <p:spPr>
                  <a:xfrm>
                    <a:off x="309585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userDrawn="1"/>
                </p:nvCxnSpPr>
                <p:spPr>
                  <a:xfrm>
                    <a:off x="3249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p:nvPr userDrawn="1"/>
                </p:nvCxnSpPr>
                <p:spPr>
                  <a:xfrm>
                    <a:off x="3795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p:cNvCxnSpPr/>
                  <p:nvPr userDrawn="1"/>
                </p:nvCxnSpPr>
                <p:spPr>
                  <a:xfrm>
                    <a:off x="3944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userDrawn="1"/>
                </p:nvCxnSpPr>
                <p:spPr>
                  <a:xfrm>
                    <a:off x="4493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userDrawn="1"/>
                </p:nvCxnSpPr>
                <p:spPr>
                  <a:xfrm>
                    <a:off x="4641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userDrawn="1"/>
                </p:nvCxnSpPr>
                <p:spPr>
                  <a:xfrm>
                    <a:off x="5191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userDrawn="1"/>
                </p:nvCxnSpPr>
                <p:spPr>
                  <a:xfrm>
                    <a:off x="813742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userDrawn="1"/>
                </p:nvCxnSpPr>
                <p:spPr>
                  <a:xfrm>
                    <a:off x="5885138"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6043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userDrawn="1"/>
                </p:nvCxnSpPr>
                <p:spPr>
                  <a:xfrm>
                    <a:off x="6589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6738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7287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7435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7985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cxnSp>
          <p:nvCxnSpPr>
            <p:cNvPr id="11" name="Straight Connector 10"/>
            <p:cNvCxnSpPr/>
            <p:nvPr userDrawn="1"/>
          </p:nvCxnSpPr>
          <p:spPr>
            <a:xfrm flipH="1">
              <a:off x="6551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pic>
        <p:nvPicPr>
          <p:cNvPr id="31797" name="Picture 53" descr="Boeing_RGBblue_standard"/>
          <p:cNvPicPr preferRelativeResize="0">
            <a:picLocks noChangeAspect="1" noChangeArrowheads="1"/>
          </p:cNvPicPr>
          <p:nvPr/>
        </p:nvPicPr>
        <p:blipFill>
          <a:blip r:embed="rId2" cstate="print"/>
          <a:srcRect/>
          <a:stretch>
            <a:fillRect/>
          </a:stretch>
        </p:blipFill>
        <p:spPr bwMode="auto">
          <a:xfrm>
            <a:off x="535519" y="361953"/>
            <a:ext cx="2451100" cy="442913"/>
          </a:xfrm>
          <a:prstGeom prst="rect">
            <a:avLst/>
          </a:prstGeom>
          <a:noFill/>
        </p:spPr>
      </p:pic>
      <p:sp>
        <p:nvSpPr>
          <p:cNvPr id="31813" name="Rectangle 69"/>
          <p:cNvSpPr>
            <a:spLocks noChangeArrowheads="1"/>
          </p:cNvSpPr>
          <p:nvPr userDrawn="1"/>
        </p:nvSpPr>
        <p:spPr bwMode="auto">
          <a:xfrm>
            <a:off x="586319" y="6686000"/>
            <a:ext cx="2753783" cy="83100"/>
          </a:xfrm>
          <a:prstGeom prst="rect">
            <a:avLst/>
          </a:prstGeom>
          <a:noFill/>
          <a:ln w="12700">
            <a:noFill/>
            <a:miter lim="800000"/>
            <a:headEnd type="none" w="sm" len="sm"/>
            <a:tailEnd type="none" w="sm" len="sm"/>
          </a:ln>
          <a:effectLst/>
        </p:spPr>
        <p:txBody>
          <a:bodyPr lIns="6858" tIns="6858" rIns="6858" bIns="6858" anchor="b">
            <a:spAutoFit/>
          </a:bodyPr>
          <a:lstStyle/>
          <a:p>
            <a:pPr defTabSz="615554" eaLnBrk="0" fontAlgn="base" hangingPunct="0">
              <a:spcBef>
                <a:spcPct val="0"/>
              </a:spcBef>
              <a:spcAft>
                <a:spcPct val="0"/>
              </a:spcAft>
            </a:pPr>
            <a:r>
              <a:rPr lang="en-US" sz="450" dirty="0" smtClean="0">
                <a:solidFill>
                  <a:srgbClr val="FFFFFF">
                    <a:lumMod val="50000"/>
                  </a:srgbClr>
                </a:solidFill>
                <a:latin typeface="Times" pitchFamily="18" charset="0"/>
              </a:rPr>
              <a:t>Copyright © 2016 Boeing. All rights reserved.</a:t>
            </a:r>
          </a:p>
        </p:txBody>
      </p:sp>
      <p:sp>
        <p:nvSpPr>
          <p:cNvPr id="31814" name="Rectangle 70"/>
          <p:cNvSpPr>
            <a:spLocks noGrp="1" noChangeArrowheads="1"/>
          </p:cNvSpPr>
          <p:nvPr>
            <p:ph type="sldNum" sz="quarter" idx="4"/>
          </p:nvPr>
        </p:nvSpPr>
        <p:spPr/>
        <p:txBody>
          <a:bodyPr/>
          <a:lstStyle>
            <a:lvl1pPr>
              <a:defRPr>
                <a:solidFill>
                  <a:schemeClr val="bg1">
                    <a:lumMod val="50000"/>
                  </a:schemeClr>
                </a:solidFill>
              </a:defRPr>
            </a:lvl1pPr>
          </a:lstStyle>
          <a:p>
            <a:r>
              <a:rPr lang="en-US" smtClean="0">
                <a:solidFill>
                  <a:srgbClr val="FFFFFF">
                    <a:lumMod val="50000"/>
                  </a:srgbClr>
                </a:solidFill>
              </a:rPr>
              <a:t>Author, </a:t>
            </a:r>
            <a:fld id="{5373AB31-63BB-4639-A48B-D4FDA288098E}" type="datetime1">
              <a:rPr lang="en-US" smtClean="0">
                <a:solidFill>
                  <a:srgbClr val="FFFFFF">
                    <a:lumMod val="50000"/>
                  </a:srgbClr>
                </a:solidFill>
              </a:rPr>
              <a:pPr/>
              <a:t>3/20/2019</a:t>
            </a:fld>
            <a:r>
              <a:rPr lang="en-US" smtClean="0">
                <a:solidFill>
                  <a:srgbClr val="FFFFFF">
                    <a:lumMod val="50000"/>
                  </a:srgbClr>
                </a:solidFill>
              </a:rPr>
              <a:t>, Filename.ppt</a:t>
            </a:r>
            <a:r>
              <a:rPr lang="en-US" sz="600" smtClean="0">
                <a:solidFill>
                  <a:srgbClr val="FFFFFF">
                    <a:lumMod val="50000"/>
                  </a:srgbClr>
                </a:solidFill>
              </a:rPr>
              <a:t> </a:t>
            </a:r>
            <a:r>
              <a:rPr lang="en-US" sz="750" smtClean="0">
                <a:solidFill>
                  <a:srgbClr val="FFFFFF">
                    <a:lumMod val="50000"/>
                  </a:srgbClr>
                </a:solidFill>
              </a:rPr>
              <a:t>| </a:t>
            </a:r>
            <a:fld id="{CB099491-B6D7-4AC4-914C-95D05A0D5F28}"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57" name="text_Title"/>
          <p:cNvSpPr>
            <a:spLocks noGrp="1" noChangeArrowheads="1"/>
          </p:cNvSpPr>
          <p:nvPr>
            <p:ph type="ctrTitle" sz="quarter"/>
          </p:nvPr>
        </p:nvSpPr>
        <p:spPr>
          <a:xfrm>
            <a:off x="609602" y="2311797"/>
            <a:ext cx="11005348" cy="623248"/>
          </a:xfrm>
          <a:ln algn="ctr"/>
        </p:spPr>
        <p:txBody>
          <a:bodyPr lIns="0" tIns="0" rIns="0" bIns="0" anchor="b" anchorCtr="0"/>
          <a:lstStyle>
            <a:lvl1pPr algn="l">
              <a:lnSpc>
                <a:spcPct val="100000"/>
              </a:lnSpc>
              <a:spcBef>
                <a:spcPts val="0"/>
              </a:spcBef>
              <a:defRPr sz="4050" b="0">
                <a:solidFill>
                  <a:schemeClr val="tx2"/>
                </a:solidFill>
                <a:effectLst/>
              </a:defRPr>
            </a:lvl1pPr>
          </a:lstStyle>
          <a:p>
            <a:r>
              <a:rPr lang="en-US" smtClean="0"/>
              <a:t>Click to edit Master title style</a:t>
            </a:r>
            <a:endParaRPr lang="en-US" dirty="0"/>
          </a:p>
        </p:txBody>
      </p:sp>
      <p:sp>
        <p:nvSpPr>
          <p:cNvPr id="58" name="Rectangle 10"/>
          <p:cNvSpPr>
            <a:spLocks noGrp="1" noChangeArrowheads="1"/>
          </p:cNvSpPr>
          <p:nvPr>
            <p:ph type="subTitle" idx="1"/>
          </p:nvPr>
        </p:nvSpPr>
        <p:spPr>
          <a:xfrm>
            <a:off x="609602" y="4688337"/>
            <a:ext cx="10993967" cy="249299"/>
          </a:xfrm>
        </p:spPr>
        <p:txBody>
          <a:bodyPr/>
          <a:lstStyle>
            <a:lvl1pPr marL="0" indent="0">
              <a:spcBef>
                <a:spcPct val="0"/>
              </a:spcBef>
              <a:buFont typeface="Wingdings" pitchFamily="2" charset="2"/>
              <a:buNone/>
              <a:defRPr sz="1800" b="0">
                <a:solidFill>
                  <a:srgbClr val="394A59"/>
                </a:solidFill>
              </a:defRPr>
            </a:lvl1pPr>
          </a:lstStyle>
          <a:p>
            <a:r>
              <a:rPr lang="en-US" smtClean="0"/>
              <a:t>Click to edit Master subtitle style</a:t>
            </a:r>
            <a:endParaRPr lang="en-US" dirty="0"/>
          </a:p>
        </p:txBody>
      </p:sp>
      <p:sp>
        <p:nvSpPr>
          <p:cNvPr id="59" name="Rectangle 14"/>
          <p:cNvSpPr/>
          <p:nvPr userDrawn="1"/>
        </p:nvSpPr>
        <p:spPr>
          <a:xfrm>
            <a:off x="605533" y="5959650"/>
            <a:ext cx="11207161" cy="276999"/>
          </a:xfrm>
          <a:prstGeom prst="rect">
            <a:avLst/>
          </a:prstGeom>
        </p:spPr>
        <p:txBody>
          <a:bodyPr wrap="square" lIns="0" tIns="0" rIns="0" bIns="0">
            <a:spAutoFit/>
          </a:bodyPr>
          <a:lstStyle/>
          <a:p>
            <a:pPr eaLnBrk="0" fontAlgn="base" hangingPunct="0">
              <a:spcBef>
                <a:spcPct val="0"/>
              </a:spcBef>
              <a:spcAft>
                <a:spcPct val="0"/>
              </a:spcAft>
            </a:pPr>
            <a:r>
              <a:rPr lang="en-US" sz="450" b="1" dirty="0" smtClean="0">
                <a:solidFill>
                  <a:srgbClr val="FFFFFF">
                    <a:lumMod val="50000"/>
                  </a:srgbClr>
                </a:solidFill>
                <a:ea typeface="ＭＳ Ｐゴシック" pitchFamily="1" charset="-128"/>
              </a:rPr>
              <a:t>Proprietary:</a:t>
            </a:r>
          </a:p>
          <a:p>
            <a:pPr eaLnBrk="0" fontAlgn="base" hangingPunct="0">
              <a:spcBef>
                <a:spcPct val="0"/>
              </a:spcBef>
              <a:spcAft>
                <a:spcPct val="0"/>
              </a:spcAft>
            </a:pPr>
            <a:r>
              <a:rPr lang="en-US" sz="450" dirty="0" smtClean="0">
                <a:solidFill>
                  <a:srgbClr val="FFFFFF">
                    <a:lumMod val="50000"/>
                  </a:srgbClr>
                </a:solidFill>
                <a:ea typeface="ＭＳ Ｐゴシック" pitchFamily="1" charset="-128"/>
              </a:rPr>
              <a:t>The information contained herein is proprietary to The Boeing Company and shall not be reproduced or disclosed in whole or in part or used for any reason except when such user possesses direct, written authorization from The Boeing Company.</a:t>
            </a:r>
          </a:p>
          <a:p>
            <a:pPr eaLnBrk="0" fontAlgn="base" hangingPunct="0">
              <a:spcBef>
                <a:spcPct val="0"/>
              </a:spcBef>
              <a:spcAft>
                <a:spcPct val="0"/>
              </a:spcAft>
            </a:pPr>
            <a:endParaRPr lang="en-US" sz="450" dirty="0" smtClean="0">
              <a:solidFill>
                <a:srgbClr val="FFFFFF">
                  <a:lumMod val="50000"/>
                </a:srgbClr>
              </a:solidFill>
              <a:ea typeface="ＭＳ Ｐゴシック" pitchFamily="1" charset="-128"/>
            </a:endParaRPr>
          </a:p>
          <a:p>
            <a:pPr eaLnBrk="0" fontAlgn="base" hangingPunct="0">
              <a:spcBef>
                <a:spcPct val="0"/>
              </a:spcBef>
              <a:spcAft>
                <a:spcPct val="0"/>
              </a:spcAft>
            </a:pPr>
            <a:r>
              <a:rPr lang="en-US" sz="450" dirty="0" smtClean="0">
                <a:solidFill>
                  <a:srgbClr val="FFFFFF">
                    <a:lumMod val="50000"/>
                  </a:srgbClr>
                </a:solidFill>
                <a:cs typeface="Arial" pitchFamily="34" charset="0"/>
              </a:rPr>
              <a:t>The statements contained herein are based on good faith assumptions and provided for general information purposes only. These statements do not constitute an offer, promise, warranty or guarantee of performance. Actual results may vary depending on certain events or conditions. This document should not be used or relied upon for any purpose other than that intended by Boeing.</a:t>
            </a:r>
          </a:p>
        </p:txBody>
      </p:sp>
    </p:spTree>
    <p:extLst>
      <p:ext uri="{BB962C8B-B14F-4D97-AF65-F5344CB8AC3E}">
        <p14:creationId xmlns:p14="http://schemas.microsoft.com/office/powerpoint/2010/main" val="3023524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07485" y="1614552"/>
            <a:ext cx="10980835" cy="13919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Text Placeholder 7"/>
          <p:cNvSpPr>
            <a:spLocks noGrp="1"/>
          </p:cNvSpPr>
          <p:nvPr>
            <p:ph type="body" sz="quarter" idx="12"/>
          </p:nvPr>
        </p:nvSpPr>
        <p:spPr>
          <a:xfrm>
            <a:off x="607486" y="1260795"/>
            <a:ext cx="10974916" cy="186974"/>
          </a:xfrm>
        </p:spPr>
        <p:txBody>
          <a:bodyPr/>
          <a:lstStyle>
            <a:lvl1pPr marL="0" indent="0">
              <a:buFontTx/>
              <a:buNone/>
              <a:defRPr sz="1350"/>
            </a:lvl1pPr>
          </a:lstStyle>
          <a:p>
            <a:pPr lvl="0"/>
            <a:r>
              <a:rPr lang="en-US" smtClean="0"/>
              <a:t>Click to edit Master text styles</a:t>
            </a:r>
          </a:p>
        </p:txBody>
      </p:sp>
    </p:spTree>
    <p:extLst>
      <p:ext uri="{BB962C8B-B14F-4D97-AF65-F5344CB8AC3E}">
        <p14:creationId xmlns:p14="http://schemas.microsoft.com/office/powerpoint/2010/main" val="204569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ubtitle and Content - NO PROPRIET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07485" y="1614552"/>
            <a:ext cx="10980835" cy="13919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Text Placeholder 7"/>
          <p:cNvSpPr>
            <a:spLocks noGrp="1"/>
          </p:cNvSpPr>
          <p:nvPr>
            <p:ph type="body" sz="quarter" idx="12"/>
          </p:nvPr>
        </p:nvSpPr>
        <p:spPr>
          <a:xfrm>
            <a:off x="607486" y="1260795"/>
            <a:ext cx="10974916" cy="186974"/>
          </a:xfrm>
        </p:spPr>
        <p:txBody>
          <a:bodyPr/>
          <a:lstStyle>
            <a:lvl1pPr marL="0" indent="0">
              <a:buFontTx/>
              <a:buNone/>
              <a:defRPr sz="1350"/>
            </a:lvl1pPr>
          </a:lstStyle>
          <a:p>
            <a:pPr lvl="0"/>
            <a:r>
              <a:rPr lang="en-US" smtClean="0"/>
              <a:t>Click to edit Master text styles</a:t>
            </a:r>
          </a:p>
        </p:txBody>
      </p:sp>
    </p:spTree>
    <p:extLst>
      <p:ext uri="{BB962C8B-B14F-4D97-AF65-F5344CB8AC3E}">
        <p14:creationId xmlns:p14="http://schemas.microsoft.com/office/powerpoint/2010/main" val="1281511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Text Placeholder 7"/>
          <p:cNvSpPr>
            <a:spLocks noGrp="1"/>
          </p:cNvSpPr>
          <p:nvPr>
            <p:ph type="body" sz="quarter" idx="12"/>
          </p:nvPr>
        </p:nvSpPr>
        <p:spPr>
          <a:xfrm>
            <a:off x="607486" y="1260795"/>
            <a:ext cx="10974916" cy="186974"/>
          </a:xfrm>
        </p:spPr>
        <p:txBody>
          <a:bodyPr/>
          <a:lstStyle>
            <a:lvl1pPr marL="0" indent="0">
              <a:buFontTx/>
              <a:buNone/>
              <a:defRPr sz="1350"/>
            </a:lvl1pPr>
          </a:lstStyle>
          <a:p>
            <a:pPr lvl="0"/>
            <a:r>
              <a:rPr lang="en-US" smtClean="0"/>
              <a:t>Click to edit Master text styles</a:t>
            </a:r>
          </a:p>
        </p:txBody>
      </p:sp>
      <p:sp>
        <p:nvSpPr>
          <p:cNvPr id="7"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80217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6"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3375895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5"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4111970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2" y="1692275"/>
            <a:ext cx="5431367" cy="1198020"/>
          </a:xfrm>
        </p:spPr>
        <p:txBody>
          <a:bodyPr/>
          <a:lstStyle>
            <a:lvl1pPr>
              <a:defRPr sz="1650"/>
            </a:lvl1pPr>
            <a:lvl2pPr>
              <a:defRPr sz="1500"/>
            </a:lvl2pPr>
            <a:lvl3pPr>
              <a:defRPr sz="1350"/>
            </a:lvl3pPr>
            <a:lvl4pPr>
              <a:defRPr sz="1200"/>
            </a:lvl4pPr>
            <a:lvl5pPr>
              <a:defRPr sz="120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017" y="1692275"/>
            <a:ext cx="5433483" cy="1198020"/>
          </a:xfrm>
        </p:spPr>
        <p:txBody>
          <a:bodyPr/>
          <a:lstStyle>
            <a:lvl1pPr>
              <a:defRPr sz="1650"/>
            </a:lvl1pPr>
            <a:lvl2pPr>
              <a:defRPr sz="1500"/>
            </a:lvl2pPr>
            <a:lvl3pPr>
              <a:defRPr sz="1350"/>
            </a:lvl3pPr>
            <a:lvl4pPr>
              <a:defRPr sz="1200"/>
            </a:lvl4pPr>
            <a:lvl5pPr>
              <a:defRPr sz="120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4290241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Title 1"/>
          <p:cNvSpPr>
            <a:spLocks noGrp="1"/>
          </p:cNvSpPr>
          <p:nvPr>
            <p:ph type="title"/>
          </p:nvPr>
        </p:nvSpPr>
        <p:spPr>
          <a:xfrm>
            <a:off x="607484" y="961690"/>
            <a:ext cx="11013016" cy="290849"/>
          </a:xfrm>
        </p:spPr>
        <p:txBody>
          <a:bodyPr/>
          <a:lstStyle/>
          <a:p>
            <a:r>
              <a:rPr lang="en-US" smtClean="0"/>
              <a:t>Click to edit Master title style</a:t>
            </a:r>
            <a:endParaRPr lang="en-US" dirty="0"/>
          </a:p>
        </p:txBody>
      </p:sp>
      <p:sp>
        <p:nvSpPr>
          <p:cNvPr id="10" name="Text Placeholder 2"/>
          <p:cNvSpPr>
            <a:spLocks noGrp="1"/>
          </p:cNvSpPr>
          <p:nvPr>
            <p:ph type="body" idx="1"/>
          </p:nvPr>
        </p:nvSpPr>
        <p:spPr>
          <a:xfrm>
            <a:off x="609600" y="2073897"/>
            <a:ext cx="5386917" cy="228524"/>
          </a:xfrm>
        </p:spPr>
        <p:txBody>
          <a:bodyPr anchor="b"/>
          <a:lstStyle>
            <a:lvl1pPr marL="0" indent="0">
              <a:buNone/>
              <a:defRPr sz="16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11" name="Content Placeholder 3"/>
          <p:cNvSpPr>
            <a:spLocks noGrp="1"/>
          </p:cNvSpPr>
          <p:nvPr>
            <p:ph sz="half" idx="2"/>
          </p:nvPr>
        </p:nvSpPr>
        <p:spPr>
          <a:xfrm>
            <a:off x="609600" y="2302419"/>
            <a:ext cx="5386917" cy="11980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4"/>
          <p:cNvSpPr>
            <a:spLocks noGrp="1"/>
          </p:cNvSpPr>
          <p:nvPr>
            <p:ph type="body" sz="quarter" idx="3"/>
          </p:nvPr>
        </p:nvSpPr>
        <p:spPr>
          <a:xfrm>
            <a:off x="6122482" y="2073897"/>
            <a:ext cx="5389033" cy="228524"/>
          </a:xfrm>
        </p:spPr>
        <p:txBody>
          <a:bodyPr anchor="b"/>
          <a:lstStyle>
            <a:lvl1pPr marL="0" indent="0">
              <a:buNone/>
              <a:defRPr sz="16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13" name="Content Placeholder 5"/>
          <p:cNvSpPr>
            <a:spLocks noGrp="1"/>
          </p:cNvSpPr>
          <p:nvPr>
            <p:ph sz="quarter" idx="4"/>
          </p:nvPr>
        </p:nvSpPr>
        <p:spPr>
          <a:xfrm>
            <a:off x="6122482" y="2302419"/>
            <a:ext cx="5389033" cy="11980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Rectangle 6"/>
          <p:cNvSpPr>
            <a:spLocks noGrp="1" noChangeArrowheads="1"/>
          </p:cNvSpPr>
          <p:nvPr>
            <p:ph type="sldNum" sz="quarter" idx="12"/>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15"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3711570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le and No Content">
    <p:spTree>
      <p:nvGrpSpPr>
        <p:cNvPr id="1" name=""/>
        <p:cNvGrpSpPr/>
        <p:nvPr/>
      </p:nvGrpSpPr>
      <p:grpSpPr>
        <a:xfrm>
          <a:off x="0" y="0"/>
          <a:ext cx="0" cy="0"/>
          <a:chOff x="0" y="0"/>
          <a:chExt cx="0" cy="0"/>
        </a:xfrm>
      </p:grpSpPr>
      <p:sp>
        <p:nvSpPr>
          <p:cNvPr id="2" name="Title 1"/>
          <p:cNvSpPr>
            <a:spLocks noGrp="1"/>
          </p:cNvSpPr>
          <p:nvPr>
            <p:ph type="title"/>
          </p:nvPr>
        </p:nvSpPr>
        <p:spPr>
          <a:xfrm>
            <a:off x="388620" y="663762"/>
            <a:ext cx="11071013" cy="387798"/>
          </a:xfrm>
          <a:prstGeom prst="rect">
            <a:avLst/>
          </a:prstGeom>
        </p:spPr>
        <p:txBody>
          <a:bodyPr/>
          <a:lstStyle>
            <a:lvl1pPr>
              <a:defRPr sz="2800"/>
            </a:lvl1pPr>
          </a:lstStyle>
          <a:p>
            <a:r>
              <a:rPr lang="en-US" dirty="0" smtClean="0"/>
              <a:t>Click to edit Master title style</a:t>
            </a:r>
            <a:endParaRPr lang="en-US" dirty="0"/>
          </a:p>
        </p:txBody>
      </p:sp>
      <p:sp>
        <p:nvSpPr>
          <p:cNvPr id="8" name="Rectangle 72"/>
          <p:cNvSpPr>
            <a:spLocks noGrp="1" noChangeArrowheads="1"/>
          </p:cNvSpPr>
          <p:nvPr>
            <p:ph type="ftr" sz="quarter" idx="3"/>
          </p:nvPr>
        </p:nvSpPr>
        <p:spPr>
          <a:xfrm>
            <a:off x="3890433" y="6729105"/>
            <a:ext cx="4267200" cy="91440"/>
          </a:xfrm>
          <a:prstGeom prst="rect">
            <a:avLst/>
          </a:prstGeom>
        </p:spPr>
        <p:txBody>
          <a:bodyPr anchor="ctr"/>
          <a:lstStyle>
            <a:lvl1pPr algn="ctr">
              <a:defRPr sz="700">
                <a:solidFill>
                  <a:srgbClr val="000000"/>
                </a:solidFill>
              </a:defRPr>
            </a:lvl1pPr>
          </a:lstStyle>
          <a:p>
            <a:pPr fontAlgn="base">
              <a:spcBef>
                <a:spcPct val="0"/>
              </a:spcBef>
              <a:spcAft>
                <a:spcPct val="0"/>
              </a:spcAft>
              <a:defRPr/>
            </a:pPr>
            <a:r>
              <a:rPr lang="en-US" smtClean="0">
                <a:latin typeface="Times" pitchFamily="18" charset="0"/>
              </a:rPr>
              <a:t> BOEING PROPRIETARY</a:t>
            </a:r>
            <a:endParaRPr lang="en-US" dirty="0">
              <a:latin typeface="Times" pitchFamily="18" charset="0"/>
            </a:endParaRPr>
          </a:p>
        </p:txBody>
      </p:sp>
      <p:sp>
        <p:nvSpPr>
          <p:cNvPr id="6" name="Slide Number Placeholder 14"/>
          <p:cNvSpPr txBox="1">
            <a:spLocks/>
          </p:cNvSpPr>
          <p:nvPr userDrawn="1"/>
        </p:nvSpPr>
        <p:spPr>
          <a:xfrm>
            <a:off x="10972800" y="6729105"/>
            <a:ext cx="914400" cy="91440"/>
          </a:xfrm>
          <a:prstGeom prst="rect">
            <a:avLst/>
          </a:prstGeom>
        </p:spPr>
        <p:txBody>
          <a:bodyPr anchor="ctr"/>
          <a:lstStyle/>
          <a:p>
            <a:pPr algn="r" fontAlgn="base">
              <a:spcBef>
                <a:spcPct val="0"/>
              </a:spcBef>
              <a:spcAft>
                <a:spcPct val="0"/>
              </a:spcAft>
              <a:defRPr/>
            </a:pPr>
            <a:r>
              <a:rPr lang="en-US" sz="700" dirty="0" smtClean="0">
                <a:solidFill>
                  <a:srgbClr val="000000"/>
                </a:solidFill>
              </a:rPr>
              <a:t> </a:t>
            </a:r>
            <a:fld id="{53ADC628-6F6A-4FA3-BCD5-198C4A001C34}" type="slidenum">
              <a:rPr lang="en-US" sz="700" smtClean="0">
                <a:solidFill>
                  <a:srgbClr val="000000"/>
                </a:solidFill>
              </a:rPr>
              <a:pPr algn="r" fontAlgn="base">
                <a:spcBef>
                  <a:spcPct val="0"/>
                </a:spcBef>
                <a:spcAft>
                  <a:spcPct val="0"/>
                </a:spcAft>
                <a:defRPr/>
              </a:pPr>
              <a:t>‹#›</a:t>
            </a:fld>
            <a:endParaRPr lang="en-US" sz="700" dirty="0">
              <a:solidFill>
                <a:srgbClr val="000000"/>
              </a:solidFill>
            </a:endParaRPr>
          </a:p>
        </p:txBody>
      </p:sp>
    </p:spTree>
    <p:extLst>
      <p:ext uri="{BB962C8B-B14F-4D97-AF65-F5344CB8AC3E}">
        <p14:creationId xmlns:p14="http://schemas.microsoft.com/office/powerpoint/2010/main" val="1654392946"/>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PT&amp;A Leadership Title Slide">
    <p:spTree>
      <p:nvGrpSpPr>
        <p:cNvPr id="1" name=""/>
        <p:cNvGrpSpPr/>
        <p:nvPr/>
      </p:nvGrpSpPr>
      <p:grpSpPr>
        <a:xfrm>
          <a:off x="0" y="0"/>
          <a:ext cx="0" cy="0"/>
          <a:chOff x="0" y="0"/>
          <a:chExt cx="0" cy="0"/>
        </a:xfrm>
      </p:grpSpPr>
      <p:sp>
        <p:nvSpPr>
          <p:cNvPr id="324614" name="Rectangle 2"/>
          <p:cNvSpPr>
            <a:spLocks noGrp="1" noChangeArrowheads="1"/>
          </p:cNvSpPr>
          <p:nvPr>
            <p:ph type="ctrTitle"/>
          </p:nvPr>
        </p:nvSpPr>
        <p:spPr>
          <a:xfrm>
            <a:off x="914400" y="2835258"/>
            <a:ext cx="10363200" cy="373949"/>
          </a:xfrm>
        </p:spPr>
        <p:txBody>
          <a:bodyPr/>
          <a:lstStyle>
            <a:lvl1pPr>
              <a:defRPr sz="2700"/>
            </a:lvl1pPr>
          </a:lstStyle>
          <a:p>
            <a:pPr lvl="0"/>
            <a:r>
              <a:rPr lang="en-US" noProof="0" smtClean="0"/>
              <a:t>Click to edit Master title style</a:t>
            </a:r>
            <a:endParaRPr lang="en-US" noProof="0" dirty="0" smtClean="0"/>
          </a:p>
        </p:txBody>
      </p:sp>
      <p:pic>
        <p:nvPicPr>
          <p:cNvPr id="3" name="Picture 9" descr="Boeing_RGBblue_standard"/>
          <p:cNvPicPr preferRelativeResize="0">
            <a:picLocks noChangeAspect="1" noChangeArrowheads="1"/>
          </p:cNvPicPr>
          <p:nvPr/>
        </p:nvPicPr>
        <p:blipFill>
          <a:blip r:embed="rId2" cstate="print"/>
          <a:srcRect/>
          <a:stretch>
            <a:fillRect/>
          </a:stretch>
        </p:blipFill>
        <p:spPr bwMode="auto">
          <a:xfrm>
            <a:off x="514351" y="342903"/>
            <a:ext cx="2451100" cy="442913"/>
          </a:xfrm>
          <a:prstGeom prst="rect">
            <a:avLst/>
          </a:prstGeom>
          <a:noFill/>
          <a:ln w="9525">
            <a:noFill/>
            <a:miter lim="800000"/>
            <a:headEnd/>
            <a:tailEnd/>
          </a:ln>
        </p:spPr>
      </p:pic>
      <p:sp>
        <p:nvSpPr>
          <p:cNvPr id="4" name="Rectangle 6"/>
          <p:cNvSpPr>
            <a:spLocks noChangeArrowheads="1"/>
          </p:cNvSpPr>
          <p:nvPr/>
        </p:nvSpPr>
        <p:spPr bwMode="auto">
          <a:xfrm>
            <a:off x="254000" y="6607175"/>
            <a:ext cx="3566584" cy="156964"/>
          </a:xfrm>
          <a:prstGeom prst="rect">
            <a:avLst/>
          </a:prstGeom>
          <a:noFill/>
          <a:ln w="12700">
            <a:noFill/>
            <a:miter lim="800000"/>
            <a:headEnd type="none" w="sm" len="sm"/>
            <a:tailEnd type="none" w="sm" len="sm"/>
          </a:ln>
        </p:spPr>
        <p:txBody>
          <a:bodyPr lIns="6857" tIns="6857" rIns="6857" bIns="6857">
            <a:spAutoFit/>
          </a:bodyPr>
          <a:lstStyle/>
          <a:p>
            <a:pPr defTabSz="615554" eaLnBrk="0" fontAlgn="base" hangingPunct="0">
              <a:spcBef>
                <a:spcPct val="0"/>
              </a:spcBef>
              <a:spcAft>
                <a:spcPct val="0"/>
              </a:spcAft>
              <a:defRPr/>
            </a:pPr>
            <a:r>
              <a:rPr lang="en-US" sz="450" dirty="0">
                <a:solidFill>
                  <a:srgbClr val="000000"/>
                </a:solidFill>
              </a:rPr>
              <a:t>BOEING is a trademark of Boeing Management Company.</a:t>
            </a:r>
          </a:p>
          <a:p>
            <a:pPr defTabSz="615554" eaLnBrk="0" fontAlgn="base" hangingPunct="0">
              <a:spcBef>
                <a:spcPct val="0"/>
              </a:spcBef>
              <a:spcAft>
                <a:spcPct val="0"/>
              </a:spcAft>
              <a:defRPr/>
            </a:pPr>
            <a:r>
              <a:rPr lang="en-US" sz="450" dirty="0">
                <a:solidFill>
                  <a:srgbClr val="000000"/>
                </a:solidFill>
              </a:rPr>
              <a:t>Copyright © </a:t>
            </a:r>
            <a:r>
              <a:rPr lang="en-US" sz="450" dirty="0" smtClean="0">
                <a:solidFill>
                  <a:srgbClr val="000000"/>
                </a:solidFill>
              </a:rPr>
              <a:t>2016 </a:t>
            </a:r>
            <a:r>
              <a:rPr lang="en-US" sz="450" dirty="0">
                <a:solidFill>
                  <a:srgbClr val="000000"/>
                </a:solidFill>
              </a:rPr>
              <a:t>Boeing. All rights reserved</a:t>
            </a:r>
          </a:p>
        </p:txBody>
      </p:sp>
      <p:sp>
        <p:nvSpPr>
          <p:cNvPr id="8" name="Text Box 6"/>
          <p:cNvSpPr txBox="1">
            <a:spLocks noChangeArrowheads="1"/>
          </p:cNvSpPr>
          <p:nvPr userDrawn="1"/>
        </p:nvSpPr>
        <p:spPr bwMode="auto">
          <a:xfrm>
            <a:off x="7631636" y="538988"/>
            <a:ext cx="3903633" cy="476092"/>
          </a:xfrm>
          <a:prstGeom prst="rect">
            <a:avLst/>
          </a:prstGeom>
          <a:noFill/>
          <a:ln w="12700">
            <a:noFill/>
            <a:miter lim="800000"/>
            <a:headEnd type="none" w="sm" len="sm"/>
            <a:tailEnd type="none" w="sm" len="sm"/>
          </a:ln>
          <a:effectLst/>
        </p:spPr>
        <p:txBody>
          <a:bodyPr wrap="none">
            <a:spAutoFit/>
          </a:bodyPr>
          <a:lstStyle/>
          <a:p>
            <a:pPr algn="r" defTabSz="615554" eaLnBrk="0" hangingPunct="0">
              <a:lnSpc>
                <a:spcPct val="95000"/>
              </a:lnSpc>
              <a:defRPr/>
            </a:pPr>
            <a:r>
              <a:rPr lang="en-US" sz="1125" b="1" kern="0" dirty="0" smtClean="0">
                <a:solidFill>
                  <a:srgbClr val="0039A6"/>
                </a:solidFill>
              </a:rPr>
              <a:t>Boeing Commercial Airplanes</a:t>
            </a:r>
            <a:endParaRPr lang="en-US" sz="1125" b="1" kern="0" dirty="0">
              <a:solidFill>
                <a:srgbClr val="0039A6"/>
              </a:solidFill>
            </a:endParaRPr>
          </a:p>
          <a:p>
            <a:pPr algn="r" defTabSz="615554" eaLnBrk="0" hangingPunct="0">
              <a:lnSpc>
                <a:spcPct val="95000"/>
              </a:lnSpc>
              <a:defRPr/>
            </a:pPr>
            <a:r>
              <a:rPr lang="en-US" sz="1500" kern="0" dirty="0" smtClean="0">
                <a:solidFill>
                  <a:srgbClr val="0096DB"/>
                </a:solidFill>
              </a:rPr>
              <a:t>BCA Airplane Level Engineering Integration</a:t>
            </a:r>
            <a:endParaRPr lang="en-US" sz="1500" kern="0" dirty="0">
              <a:solidFill>
                <a:srgbClr val="0096DB"/>
              </a:solidFill>
            </a:endParaRPr>
          </a:p>
        </p:txBody>
      </p:sp>
      <p:sp>
        <p:nvSpPr>
          <p:cNvPr id="9" name="Rectangle 5"/>
          <p:cNvSpPr>
            <a:spLocks noGrp="1" noChangeArrowheads="1"/>
          </p:cNvSpPr>
          <p:nvPr userDrawn="1">
            <p:ph type="subTitle" idx="4294967295"/>
          </p:nvPr>
        </p:nvSpPr>
        <p:spPr>
          <a:xfrm>
            <a:off x="914400" y="4808541"/>
            <a:ext cx="8534400" cy="207749"/>
          </a:xfrm>
        </p:spPr>
        <p:txBody>
          <a:bodyPr/>
          <a:lstStyle>
            <a:lvl1pPr marL="0" indent="0">
              <a:buFont typeface="Wingdings" pitchFamily="2" charset="2"/>
              <a:buNone/>
              <a:defRPr>
                <a:solidFill>
                  <a:srgbClr val="0038A9"/>
                </a:solidFill>
              </a:defRPr>
            </a:lvl1pPr>
          </a:lstStyle>
          <a:p>
            <a:pPr marL="0" indent="0">
              <a:buFont typeface="Wingdings" pitchFamily="2" charset="2"/>
              <a:buNone/>
            </a:pPr>
            <a:r>
              <a:rPr lang="en-US" sz="1500" smtClean="0"/>
              <a:t>Click to edit Master subtitle style</a:t>
            </a:r>
            <a:endParaRPr lang="en-US" sz="1200" b="0" dirty="0" smtClean="0"/>
          </a:p>
        </p:txBody>
      </p:sp>
      <p:pic>
        <p:nvPicPr>
          <p:cNvPr id="6" name="Picture 5" descr="photoband.jpg"/>
          <p:cNvPicPr>
            <a:picLocks noChangeAspect="1"/>
          </p:cNvPicPr>
          <p:nvPr userDrawn="1"/>
        </p:nvPicPr>
        <p:blipFill>
          <a:blip r:embed="rId3" cstate="print"/>
          <a:stretch>
            <a:fillRect/>
          </a:stretch>
        </p:blipFill>
        <p:spPr>
          <a:xfrm>
            <a:off x="0" y="3245320"/>
            <a:ext cx="12192000" cy="1389888"/>
          </a:xfrm>
          <a:prstGeom prst="rect">
            <a:avLst/>
          </a:prstGeom>
        </p:spPr>
      </p:pic>
    </p:spTree>
    <p:extLst>
      <p:ext uri="{BB962C8B-B14F-4D97-AF65-F5344CB8AC3E}">
        <p14:creationId xmlns:p14="http://schemas.microsoft.com/office/powerpoint/2010/main" val="148816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 Propriet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7"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1703303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 NO Propriet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5643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9" name="grid"/>
          <p:cNvGrpSpPr/>
          <p:nvPr userDrawn="1"/>
        </p:nvGrpSpPr>
        <p:grpSpPr>
          <a:xfrm>
            <a:off x="-4" y="0"/>
            <a:ext cx="12192015" cy="6858000"/>
            <a:chOff x="-3" y="0"/>
            <a:chExt cx="9144011" cy="6858000"/>
          </a:xfrm>
        </p:grpSpPr>
        <p:grpSp>
          <p:nvGrpSpPr>
            <p:cNvPr id="10" name="Group 9"/>
            <p:cNvGrpSpPr/>
            <p:nvPr userDrawn="1"/>
          </p:nvGrpSpPr>
          <p:grpSpPr>
            <a:xfrm>
              <a:off x="-3" y="0"/>
              <a:ext cx="9144011" cy="6858000"/>
              <a:chOff x="-3" y="0"/>
              <a:chExt cx="9144011" cy="6858000"/>
            </a:xfrm>
          </p:grpSpPr>
          <p:grpSp>
            <p:nvGrpSpPr>
              <p:cNvPr id="12" name="Group 41"/>
              <p:cNvGrpSpPr/>
              <p:nvPr userDrawn="1"/>
            </p:nvGrpSpPr>
            <p:grpSpPr>
              <a:xfrm>
                <a:off x="3954578" y="0"/>
                <a:ext cx="5178519" cy="6858000"/>
                <a:chOff x="3954578" y="0"/>
                <a:chExt cx="5178519" cy="6858000"/>
              </a:xfrm>
            </p:grpSpPr>
            <p:cxnSp>
              <p:nvCxnSpPr>
                <p:cNvPr id="54" name="Straight Connector 53"/>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3" name="Group 12" hidden="1"/>
              <p:cNvGrpSpPr/>
              <p:nvPr userDrawn="1"/>
            </p:nvGrpSpPr>
            <p:grpSpPr>
              <a:xfrm>
                <a:off x="-3" y="456356"/>
                <a:ext cx="9144011" cy="5958732"/>
                <a:chOff x="-3" y="456356"/>
                <a:chExt cx="9144011" cy="5958732"/>
              </a:xfrm>
            </p:grpSpPr>
            <p:cxnSp>
              <p:nvCxnSpPr>
                <p:cNvPr id="14" name="Straight Connector 13"/>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p:nvPr userDrawn="1"/>
              </p:nvCxnSpPr>
              <p:spPr>
                <a:xfrm>
                  <a:off x="471778" y="213699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userDrawn="1"/>
              </p:nvCxnSpPr>
              <p:spPr>
                <a:xfrm>
                  <a:off x="471778" y="243245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p:cNvCxnSpPr/>
                <p:nvPr userDrawn="1"/>
              </p:nvCxnSpPr>
              <p:spPr>
                <a:xfrm>
                  <a:off x="471778" y="3288274"/>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userDrawn="1"/>
              </p:nvCxnSpPr>
              <p:spPr>
                <a:xfrm>
                  <a:off x="471778" y="358373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p:cNvCxnSpPr/>
                <p:nvPr userDrawn="1"/>
              </p:nvCxnSpPr>
              <p:spPr>
                <a:xfrm>
                  <a:off x="471778" y="4424269"/>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p:cNvCxnSpPr/>
                <p:nvPr userDrawn="1"/>
              </p:nvCxnSpPr>
              <p:spPr>
                <a:xfrm>
                  <a:off x="471778" y="4719730"/>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24" name="Rectangle 23"/>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50" dirty="0">
                    <a:solidFill>
                      <a:srgbClr val="FFFFFF"/>
                    </a:solidFill>
                  </a:endParaRPr>
                </a:p>
              </p:txBody>
            </p:sp>
            <p:cxnSp>
              <p:nvCxnSpPr>
                <p:cNvPr id="25" name="Straight Connector 24"/>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3" y="2284726"/>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380" y="3429000"/>
                  <a:ext cx="9143628" cy="7005"/>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3" y="4572000"/>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30" name="Group 29"/>
                <p:cNvGrpSpPr/>
                <p:nvPr userDrawn="1"/>
              </p:nvGrpSpPr>
              <p:grpSpPr>
                <a:xfrm>
                  <a:off x="1001862" y="457200"/>
                  <a:ext cx="7135564" cy="5957888"/>
                  <a:chOff x="1001862" y="0"/>
                  <a:chExt cx="7135564" cy="6858000"/>
                </a:xfrm>
              </p:grpSpPr>
              <p:cxnSp>
                <p:nvCxnSpPr>
                  <p:cNvPr id="31" name="Straight Connector 30"/>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20"/>
                  <p:cNvCxnSpPr/>
                  <p:nvPr/>
                </p:nvCxnSpPr>
                <p:spPr>
                  <a:xfrm>
                    <a:off x="1001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15"/>
                  <p:cNvCxnSpPr/>
                  <p:nvPr/>
                </p:nvCxnSpPr>
                <p:spPr>
                  <a:xfrm>
                    <a:off x="1154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p:nvCxnSpPr>
                <p:spPr>
                  <a:xfrm>
                    <a:off x="1699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p:nvCxnSpPr>
                <p:spPr>
                  <a:xfrm>
                    <a:off x="2393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p:nvCxnSpPr>
                <p:spPr>
                  <a:xfrm>
                    <a:off x="533871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p:nvCxnSpPr>
                <p:spPr>
                  <a:xfrm>
                    <a:off x="255178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userDrawn="1"/>
                </p:nvCxnSpPr>
                <p:spPr>
                  <a:xfrm>
                    <a:off x="309585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userDrawn="1"/>
                </p:nvCxnSpPr>
                <p:spPr>
                  <a:xfrm>
                    <a:off x="3249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p:nvPr userDrawn="1"/>
                </p:nvCxnSpPr>
                <p:spPr>
                  <a:xfrm>
                    <a:off x="3795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p:cNvCxnSpPr/>
                  <p:nvPr userDrawn="1"/>
                </p:nvCxnSpPr>
                <p:spPr>
                  <a:xfrm>
                    <a:off x="3944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userDrawn="1"/>
                </p:nvCxnSpPr>
                <p:spPr>
                  <a:xfrm>
                    <a:off x="4493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userDrawn="1"/>
                </p:nvCxnSpPr>
                <p:spPr>
                  <a:xfrm>
                    <a:off x="4641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userDrawn="1"/>
                </p:nvCxnSpPr>
                <p:spPr>
                  <a:xfrm>
                    <a:off x="5191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userDrawn="1"/>
                </p:nvCxnSpPr>
                <p:spPr>
                  <a:xfrm>
                    <a:off x="813742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userDrawn="1"/>
                </p:nvCxnSpPr>
                <p:spPr>
                  <a:xfrm>
                    <a:off x="5885138"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6043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userDrawn="1"/>
                </p:nvCxnSpPr>
                <p:spPr>
                  <a:xfrm>
                    <a:off x="6589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6738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7287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7435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7985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cxnSp>
          <p:nvCxnSpPr>
            <p:cNvPr id="11" name="Straight Connector 10"/>
            <p:cNvCxnSpPr/>
            <p:nvPr userDrawn="1"/>
          </p:nvCxnSpPr>
          <p:spPr>
            <a:xfrm flipH="1">
              <a:off x="6551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pic>
        <p:nvPicPr>
          <p:cNvPr id="31797" name="Picture 53" descr="Boeing_RGBblue_standard"/>
          <p:cNvPicPr preferRelativeResize="0">
            <a:picLocks noChangeAspect="1" noChangeArrowheads="1"/>
          </p:cNvPicPr>
          <p:nvPr/>
        </p:nvPicPr>
        <p:blipFill>
          <a:blip r:embed="rId2" cstate="print"/>
          <a:srcRect/>
          <a:stretch>
            <a:fillRect/>
          </a:stretch>
        </p:blipFill>
        <p:spPr bwMode="auto">
          <a:xfrm>
            <a:off x="535519" y="361953"/>
            <a:ext cx="2451100" cy="442913"/>
          </a:xfrm>
          <a:prstGeom prst="rect">
            <a:avLst/>
          </a:prstGeom>
          <a:noFill/>
        </p:spPr>
      </p:pic>
      <p:sp>
        <p:nvSpPr>
          <p:cNvPr id="31813" name="Rectangle 69"/>
          <p:cNvSpPr>
            <a:spLocks noChangeArrowheads="1"/>
          </p:cNvSpPr>
          <p:nvPr userDrawn="1"/>
        </p:nvSpPr>
        <p:spPr bwMode="auto">
          <a:xfrm>
            <a:off x="586319" y="6686000"/>
            <a:ext cx="2753783" cy="83100"/>
          </a:xfrm>
          <a:prstGeom prst="rect">
            <a:avLst/>
          </a:prstGeom>
          <a:noFill/>
          <a:ln w="12700">
            <a:noFill/>
            <a:miter lim="800000"/>
            <a:headEnd type="none" w="sm" len="sm"/>
            <a:tailEnd type="none" w="sm" len="sm"/>
          </a:ln>
          <a:effectLst/>
        </p:spPr>
        <p:txBody>
          <a:bodyPr lIns="6858" tIns="6858" rIns="6858" bIns="6858" anchor="b">
            <a:spAutoFit/>
          </a:bodyPr>
          <a:lstStyle/>
          <a:p>
            <a:pPr defTabSz="615554" eaLnBrk="0" fontAlgn="base" hangingPunct="0">
              <a:spcBef>
                <a:spcPct val="0"/>
              </a:spcBef>
              <a:spcAft>
                <a:spcPct val="0"/>
              </a:spcAft>
            </a:pPr>
            <a:r>
              <a:rPr lang="en-US" sz="450" dirty="0" smtClean="0">
                <a:solidFill>
                  <a:srgbClr val="FFFFFF">
                    <a:lumMod val="50000"/>
                  </a:srgbClr>
                </a:solidFill>
                <a:latin typeface="Times" pitchFamily="18" charset="0"/>
              </a:rPr>
              <a:t>Copyright © 2016 Boeing. All rights reserved.</a:t>
            </a:r>
          </a:p>
        </p:txBody>
      </p:sp>
      <p:sp>
        <p:nvSpPr>
          <p:cNvPr id="31814" name="Rectangle 70"/>
          <p:cNvSpPr>
            <a:spLocks noGrp="1" noChangeArrowheads="1"/>
          </p:cNvSpPr>
          <p:nvPr>
            <p:ph type="sldNum" sz="quarter" idx="4"/>
          </p:nvPr>
        </p:nvSpPr>
        <p:spPr/>
        <p:txBody>
          <a:bodyPr/>
          <a:lstStyle>
            <a:lvl1pPr>
              <a:defRPr>
                <a:solidFill>
                  <a:schemeClr val="bg1">
                    <a:lumMod val="50000"/>
                  </a:schemeClr>
                </a:solidFill>
              </a:defRPr>
            </a:lvl1pPr>
          </a:lstStyle>
          <a:p>
            <a:r>
              <a:rPr lang="en-US" smtClean="0">
                <a:solidFill>
                  <a:srgbClr val="FFFFFF">
                    <a:lumMod val="50000"/>
                  </a:srgbClr>
                </a:solidFill>
              </a:rPr>
              <a:t>Author, </a:t>
            </a:r>
            <a:fld id="{5373AB31-63BB-4639-A48B-D4FDA288098E}" type="datetime1">
              <a:rPr lang="en-US" smtClean="0">
                <a:solidFill>
                  <a:srgbClr val="FFFFFF">
                    <a:lumMod val="50000"/>
                  </a:srgbClr>
                </a:solidFill>
              </a:rPr>
              <a:pPr/>
              <a:t>3/20/2019</a:t>
            </a:fld>
            <a:r>
              <a:rPr lang="en-US" smtClean="0">
                <a:solidFill>
                  <a:srgbClr val="FFFFFF">
                    <a:lumMod val="50000"/>
                  </a:srgbClr>
                </a:solidFill>
              </a:rPr>
              <a:t>, Filename.ppt</a:t>
            </a:r>
            <a:r>
              <a:rPr lang="en-US" sz="600" smtClean="0">
                <a:solidFill>
                  <a:srgbClr val="FFFFFF">
                    <a:lumMod val="50000"/>
                  </a:srgbClr>
                </a:solidFill>
              </a:rPr>
              <a:t> </a:t>
            </a:r>
            <a:r>
              <a:rPr lang="en-US" sz="750" smtClean="0">
                <a:solidFill>
                  <a:srgbClr val="FFFFFF">
                    <a:lumMod val="50000"/>
                  </a:srgbClr>
                </a:solidFill>
              </a:rPr>
              <a:t>| </a:t>
            </a:r>
            <a:fld id="{CB099491-B6D7-4AC4-914C-95D05A0D5F28}"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57" name="text_Title"/>
          <p:cNvSpPr>
            <a:spLocks noGrp="1" noChangeArrowheads="1"/>
          </p:cNvSpPr>
          <p:nvPr>
            <p:ph type="ctrTitle" sz="quarter"/>
          </p:nvPr>
        </p:nvSpPr>
        <p:spPr>
          <a:xfrm>
            <a:off x="609602" y="2311797"/>
            <a:ext cx="11005348" cy="623248"/>
          </a:xfrm>
          <a:ln algn="ctr"/>
        </p:spPr>
        <p:txBody>
          <a:bodyPr lIns="0" tIns="0" rIns="0" bIns="0" anchor="b" anchorCtr="0"/>
          <a:lstStyle>
            <a:lvl1pPr algn="l">
              <a:lnSpc>
                <a:spcPct val="100000"/>
              </a:lnSpc>
              <a:spcBef>
                <a:spcPts val="0"/>
              </a:spcBef>
              <a:defRPr sz="4050" b="0">
                <a:solidFill>
                  <a:schemeClr val="tx2"/>
                </a:solidFill>
                <a:effectLst/>
              </a:defRPr>
            </a:lvl1pPr>
          </a:lstStyle>
          <a:p>
            <a:r>
              <a:rPr lang="en-US" smtClean="0"/>
              <a:t>Click to edit Master title style</a:t>
            </a:r>
            <a:endParaRPr lang="en-US" dirty="0"/>
          </a:p>
        </p:txBody>
      </p:sp>
      <p:sp>
        <p:nvSpPr>
          <p:cNvPr id="58" name="Rectangle 10"/>
          <p:cNvSpPr>
            <a:spLocks noGrp="1" noChangeArrowheads="1"/>
          </p:cNvSpPr>
          <p:nvPr>
            <p:ph type="subTitle" idx="1"/>
          </p:nvPr>
        </p:nvSpPr>
        <p:spPr>
          <a:xfrm>
            <a:off x="609602" y="4688337"/>
            <a:ext cx="10993967" cy="249299"/>
          </a:xfrm>
        </p:spPr>
        <p:txBody>
          <a:bodyPr/>
          <a:lstStyle>
            <a:lvl1pPr marL="0" indent="0">
              <a:spcBef>
                <a:spcPct val="0"/>
              </a:spcBef>
              <a:buFont typeface="Wingdings" pitchFamily="2" charset="2"/>
              <a:buNone/>
              <a:defRPr sz="1800" b="0">
                <a:solidFill>
                  <a:srgbClr val="394A59"/>
                </a:solidFill>
              </a:defRPr>
            </a:lvl1pPr>
          </a:lstStyle>
          <a:p>
            <a:r>
              <a:rPr lang="en-US" smtClean="0"/>
              <a:t>Click to edit Master subtitle style</a:t>
            </a:r>
            <a:endParaRPr lang="en-US" dirty="0"/>
          </a:p>
        </p:txBody>
      </p:sp>
      <p:sp>
        <p:nvSpPr>
          <p:cNvPr id="59" name="Rectangle 14"/>
          <p:cNvSpPr/>
          <p:nvPr userDrawn="1"/>
        </p:nvSpPr>
        <p:spPr>
          <a:xfrm>
            <a:off x="605533" y="5959650"/>
            <a:ext cx="11207161" cy="276999"/>
          </a:xfrm>
          <a:prstGeom prst="rect">
            <a:avLst/>
          </a:prstGeom>
        </p:spPr>
        <p:txBody>
          <a:bodyPr wrap="square" lIns="0" tIns="0" rIns="0" bIns="0">
            <a:spAutoFit/>
          </a:bodyPr>
          <a:lstStyle/>
          <a:p>
            <a:pPr eaLnBrk="0" fontAlgn="base" hangingPunct="0">
              <a:spcBef>
                <a:spcPct val="0"/>
              </a:spcBef>
              <a:spcAft>
                <a:spcPct val="0"/>
              </a:spcAft>
            </a:pPr>
            <a:r>
              <a:rPr lang="en-US" sz="450" b="1" dirty="0" smtClean="0">
                <a:solidFill>
                  <a:srgbClr val="FFFFFF">
                    <a:lumMod val="50000"/>
                  </a:srgbClr>
                </a:solidFill>
                <a:ea typeface="ＭＳ Ｐゴシック" pitchFamily="1" charset="-128"/>
              </a:rPr>
              <a:t>Proprietary:</a:t>
            </a:r>
          </a:p>
          <a:p>
            <a:pPr eaLnBrk="0" fontAlgn="base" hangingPunct="0">
              <a:spcBef>
                <a:spcPct val="0"/>
              </a:spcBef>
              <a:spcAft>
                <a:spcPct val="0"/>
              </a:spcAft>
            </a:pPr>
            <a:r>
              <a:rPr lang="en-US" sz="450" dirty="0" smtClean="0">
                <a:solidFill>
                  <a:srgbClr val="FFFFFF">
                    <a:lumMod val="50000"/>
                  </a:srgbClr>
                </a:solidFill>
                <a:ea typeface="ＭＳ Ｐゴシック" pitchFamily="1" charset="-128"/>
              </a:rPr>
              <a:t>The information contained herein is proprietary to The Boeing Company and shall not be reproduced or disclosed in whole or in part or used for any reason except when such user possesses direct, written authorization from The Boeing Company.</a:t>
            </a:r>
          </a:p>
          <a:p>
            <a:pPr eaLnBrk="0" fontAlgn="base" hangingPunct="0">
              <a:spcBef>
                <a:spcPct val="0"/>
              </a:spcBef>
              <a:spcAft>
                <a:spcPct val="0"/>
              </a:spcAft>
            </a:pPr>
            <a:endParaRPr lang="en-US" sz="450" dirty="0" smtClean="0">
              <a:solidFill>
                <a:srgbClr val="FFFFFF">
                  <a:lumMod val="50000"/>
                </a:srgbClr>
              </a:solidFill>
              <a:ea typeface="ＭＳ Ｐゴシック" pitchFamily="1" charset="-128"/>
            </a:endParaRPr>
          </a:p>
          <a:p>
            <a:pPr eaLnBrk="0" fontAlgn="base" hangingPunct="0">
              <a:spcBef>
                <a:spcPct val="0"/>
              </a:spcBef>
              <a:spcAft>
                <a:spcPct val="0"/>
              </a:spcAft>
            </a:pPr>
            <a:r>
              <a:rPr lang="en-US" sz="450" dirty="0" smtClean="0">
                <a:solidFill>
                  <a:srgbClr val="FFFFFF">
                    <a:lumMod val="50000"/>
                  </a:srgbClr>
                </a:solidFill>
                <a:cs typeface="Arial" pitchFamily="34" charset="0"/>
              </a:rPr>
              <a:t>The statements contained herein are based on good faith assumptions and provided for general information purposes only. These statements do not constitute an offer, promise, warranty or guarantee of performance. Actual results may vary depending on certain events or conditions. This document should not be used or relied upon for any purpose other than that intended by Boeing.</a:t>
            </a:r>
          </a:p>
        </p:txBody>
      </p:sp>
    </p:spTree>
    <p:extLst>
      <p:ext uri="{BB962C8B-B14F-4D97-AF65-F5344CB8AC3E}">
        <p14:creationId xmlns:p14="http://schemas.microsoft.com/office/powerpoint/2010/main" val="267256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07485" y="1614552"/>
            <a:ext cx="10980835" cy="13919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Text Placeholder 7"/>
          <p:cNvSpPr>
            <a:spLocks noGrp="1"/>
          </p:cNvSpPr>
          <p:nvPr>
            <p:ph type="body" sz="quarter" idx="12"/>
          </p:nvPr>
        </p:nvSpPr>
        <p:spPr>
          <a:xfrm>
            <a:off x="607486" y="1260795"/>
            <a:ext cx="10974916" cy="186974"/>
          </a:xfrm>
        </p:spPr>
        <p:txBody>
          <a:bodyPr/>
          <a:lstStyle>
            <a:lvl1pPr marL="0" indent="0">
              <a:buFontTx/>
              <a:buNone/>
              <a:defRPr sz="1350"/>
            </a:lvl1pPr>
          </a:lstStyle>
          <a:p>
            <a:pPr lvl="0"/>
            <a:r>
              <a:rPr lang="en-US" smtClean="0"/>
              <a:t>Click to edit Master text styles</a:t>
            </a:r>
          </a:p>
        </p:txBody>
      </p:sp>
    </p:spTree>
    <p:extLst>
      <p:ext uri="{BB962C8B-B14F-4D97-AF65-F5344CB8AC3E}">
        <p14:creationId xmlns:p14="http://schemas.microsoft.com/office/powerpoint/2010/main" val="193688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ubtitle and Content - NO PROPRIET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607485" y="1614552"/>
            <a:ext cx="10980835" cy="13919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Text Placeholder 7"/>
          <p:cNvSpPr>
            <a:spLocks noGrp="1"/>
          </p:cNvSpPr>
          <p:nvPr>
            <p:ph type="body" sz="quarter" idx="12"/>
          </p:nvPr>
        </p:nvSpPr>
        <p:spPr>
          <a:xfrm>
            <a:off x="607486" y="1260795"/>
            <a:ext cx="10974916" cy="186974"/>
          </a:xfrm>
        </p:spPr>
        <p:txBody>
          <a:bodyPr/>
          <a:lstStyle>
            <a:lvl1pPr marL="0" indent="0">
              <a:buFontTx/>
              <a:buNone/>
              <a:defRPr sz="1350"/>
            </a:lvl1pPr>
          </a:lstStyle>
          <a:p>
            <a:pPr lvl="0"/>
            <a:r>
              <a:rPr lang="en-US" smtClean="0"/>
              <a:t>Click to edit Master text styles</a:t>
            </a:r>
          </a:p>
        </p:txBody>
      </p:sp>
    </p:spTree>
    <p:extLst>
      <p:ext uri="{BB962C8B-B14F-4D97-AF65-F5344CB8AC3E}">
        <p14:creationId xmlns:p14="http://schemas.microsoft.com/office/powerpoint/2010/main" val="300811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Text Placeholder 7"/>
          <p:cNvSpPr>
            <a:spLocks noGrp="1"/>
          </p:cNvSpPr>
          <p:nvPr>
            <p:ph type="body" sz="quarter" idx="12"/>
          </p:nvPr>
        </p:nvSpPr>
        <p:spPr>
          <a:xfrm>
            <a:off x="607486" y="1260795"/>
            <a:ext cx="10974916" cy="186974"/>
          </a:xfrm>
        </p:spPr>
        <p:txBody>
          <a:bodyPr/>
          <a:lstStyle>
            <a:lvl1pPr marL="0" indent="0">
              <a:buFontTx/>
              <a:buNone/>
              <a:defRPr sz="1350"/>
            </a:lvl1pPr>
          </a:lstStyle>
          <a:p>
            <a:pPr lvl="0"/>
            <a:r>
              <a:rPr lang="en-US" smtClean="0"/>
              <a:t>Click to edit Master text styles</a:t>
            </a:r>
          </a:p>
        </p:txBody>
      </p:sp>
      <p:sp>
        <p:nvSpPr>
          <p:cNvPr id="7"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2281076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6"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1213938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5"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4081818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2" y="1692275"/>
            <a:ext cx="5431367" cy="1198020"/>
          </a:xfrm>
        </p:spPr>
        <p:txBody>
          <a:bodyPr/>
          <a:lstStyle>
            <a:lvl1pPr>
              <a:defRPr sz="1650"/>
            </a:lvl1pPr>
            <a:lvl2pPr>
              <a:defRPr sz="1500"/>
            </a:lvl2pPr>
            <a:lvl3pPr>
              <a:defRPr sz="1350"/>
            </a:lvl3pPr>
            <a:lvl4pPr>
              <a:defRPr sz="1200"/>
            </a:lvl4pPr>
            <a:lvl5pPr>
              <a:defRPr sz="120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017" y="1692275"/>
            <a:ext cx="5433483" cy="1198020"/>
          </a:xfrm>
        </p:spPr>
        <p:txBody>
          <a:bodyPr/>
          <a:lstStyle>
            <a:lvl1pPr>
              <a:defRPr sz="1650"/>
            </a:lvl1pPr>
            <a:lvl2pPr>
              <a:defRPr sz="1500"/>
            </a:lvl2pPr>
            <a:lvl3pPr>
              <a:defRPr sz="1350"/>
            </a:lvl3pPr>
            <a:lvl4pPr>
              <a:defRPr sz="1200"/>
            </a:lvl4pPr>
            <a:lvl5pPr>
              <a:defRPr sz="120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8"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4141659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Title 1"/>
          <p:cNvSpPr>
            <a:spLocks noGrp="1"/>
          </p:cNvSpPr>
          <p:nvPr>
            <p:ph type="title"/>
          </p:nvPr>
        </p:nvSpPr>
        <p:spPr>
          <a:xfrm>
            <a:off x="607484" y="961690"/>
            <a:ext cx="11013016" cy="290849"/>
          </a:xfrm>
        </p:spPr>
        <p:txBody>
          <a:bodyPr/>
          <a:lstStyle/>
          <a:p>
            <a:r>
              <a:rPr lang="en-US" smtClean="0"/>
              <a:t>Click to edit Master title style</a:t>
            </a:r>
            <a:endParaRPr lang="en-US" dirty="0"/>
          </a:p>
        </p:txBody>
      </p:sp>
      <p:sp>
        <p:nvSpPr>
          <p:cNvPr id="10" name="Text Placeholder 2"/>
          <p:cNvSpPr>
            <a:spLocks noGrp="1"/>
          </p:cNvSpPr>
          <p:nvPr>
            <p:ph type="body" idx="1"/>
          </p:nvPr>
        </p:nvSpPr>
        <p:spPr>
          <a:xfrm>
            <a:off x="609600" y="2073897"/>
            <a:ext cx="5386917" cy="228524"/>
          </a:xfrm>
        </p:spPr>
        <p:txBody>
          <a:bodyPr anchor="b"/>
          <a:lstStyle>
            <a:lvl1pPr marL="0" indent="0">
              <a:buNone/>
              <a:defRPr sz="16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11" name="Content Placeholder 3"/>
          <p:cNvSpPr>
            <a:spLocks noGrp="1"/>
          </p:cNvSpPr>
          <p:nvPr>
            <p:ph sz="half" idx="2"/>
          </p:nvPr>
        </p:nvSpPr>
        <p:spPr>
          <a:xfrm>
            <a:off x="609600" y="2302419"/>
            <a:ext cx="5386917" cy="11980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Text Placeholder 4"/>
          <p:cNvSpPr>
            <a:spLocks noGrp="1"/>
          </p:cNvSpPr>
          <p:nvPr>
            <p:ph type="body" sz="quarter" idx="3"/>
          </p:nvPr>
        </p:nvSpPr>
        <p:spPr>
          <a:xfrm>
            <a:off x="6122482" y="2073897"/>
            <a:ext cx="5389033" cy="228524"/>
          </a:xfrm>
        </p:spPr>
        <p:txBody>
          <a:bodyPr anchor="b"/>
          <a:lstStyle>
            <a:lvl1pPr marL="0" indent="0">
              <a:buNone/>
              <a:defRPr sz="16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13" name="Content Placeholder 5"/>
          <p:cNvSpPr>
            <a:spLocks noGrp="1"/>
          </p:cNvSpPr>
          <p:nvPr>
            <p:ph sz="quarter" idx="4"/>
          </p:nvPr>
        </p:nvSpPr>
        <p:spPr>
          <a:xfrm>
            <a:off x="6122482" y="2302419"/>
            <a:ext cx="5389033" cy="119802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Rectangle 6"/>
          <p:cNvSpPr>
            <a:spLocks noGrp="1" noChangeArrowheads="1"/>
          </p:cNvSpPr>
          <p:nvPr>
            <p:ph type="sldNum" sz="quarter" idx="12"/>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lvl1pPr>
          </a:lstStyle>
          <a:p>
            <a:r>
              <a:rPr lang="en-US" dirty="0" smtClean="0">
                <a:solidFill>
                  <a:srgbClr val="FFFFFF">
                    <a:lumMod val="50000"/>
                  </a:srgbClr>
                </a:solidFill>
              </a:rPr>
              <a:t>Author, </a:t>
            </a:r>
            <a:fld id="{D72BAC86-7CA1-47DD-8EAD-39EA91178256}" type="datetime1">
              <a:rPr lang="en-US" smtClean="0">
                <a:solidFill>
                  <a:srgbClr val="FFFFFF">
                    <a:lumMod val="50000"/>
                  </a:srgbClr>
                </a:solidFill>
              </a:rPr>
              <a:pPr/>
              <a:t>3/20/2019</a:t>
            </a:fld>
            <a:r>
              <a:rPr lang="en-US" dirty="0" smtClean="0">
                <a:solidFill>
                  <a:srgbClr val="FFFFFF">
                    <a:lumMod val="50000"/>
                  </a:srgbClr>
                </a:solidFill>
              </a:rPr>
              <a:t>, Filename.ppt</a:t>
            </a:r>
            <a:r>
              <a:rPr lang="en-US" sz="600" dirty="0" smtClean="0">
                <a:solidFill>
                  <a:srgbClr val="FFFFFF">
                    <a:lumMod val="50000"/>
                  </a:srgbClr>
                </a:solidFill>
              </a:rPr>
              <a:t> </a:t>
            </a: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15" name="Footer Placeholder 4"/>
          <p:cNvSpPr>
            <a:spLocks noGrp="1"/>
          </p:cNvSpPr>
          <p:nvPr>
            <p:ph type="ftr" sz="quarter" idx="11"/>
          </p:nvPr>
        </p:nvSpPr>
        <p:spPr>
          <a:xfrm>
            <a:off x="3962400" y="6394450"/>
            <a:ext cx="4267200" cy="374650"/>
          </a:xfrm>
          <a:prstGeom prst="rect">
            <a:avLst/>
          </a:prstGeom>
        </p:spPr>
        <p:txBody>
          <a:bodyPr anchor="b"/>
          <a:lstStyle>
            <a:lvl1pPr algn="ctr">
              <a:defRPr sz="750">
                <a:solidFill>
                  <a:schemeClr val="bg1">
                    <a:lumMod val="50000"/>
                  </a:schemeClr>
                </a:solidFill>
                <a:latin typeface="+mn-lt"/>
              </a:defRPr>
            </a:lvl1pPr>
          </a:lstStyle>
          <a:p>
            <a:pPr fontAlgn="base">
              <a:spcBef>
                <a:spcPct val="0"/>
              </a:spcBef>
              <a:spcAft>
                <a:spcPct val="0"/>
              </a:spcAft>
            </a:pPr>
            <a:r>
              <a:rPr lang="en-US" smtClean="0">
                <a:solidFill>
                  <a:srgbClr val="FFFFFF">
                    <a:lumMod val="50000"/>
                  </a:srgbClr>
                </a:solidFill>
              </a:rPr>
              <a:t>BOEING PROPRIETARY</a:t>
            </a:r>
            <a:endParaRPr lang="en-US">
              <a:solidFill>
                <a:srgbClr val="FFFFFF">
                  <a:lumMod val="50000"/>
                </a:srgbClr>
              </a:solidFill>
            </a:endParaRPr>
          </a:p>
        </p:txBody>
      </p:sp>
    </p:spTree>
    <p:extLst>
      <p:ext uri="{BB962C8B-B14F-4D97-AF65-F5344CB8AC3E}">
        <p14:creationId xmlns:p14="http://schemas.microsoft.com/office/powerpoint/2010/main" val="3948473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Slide Number Placeholder 3"/>
          <p:cNvSpPr>
            <a:spLocks noGrp="1"/>
          </p:cNvSpPr>
          <p:nvPr>
            <p:ph type="sldNum" sz="quarter" idx="11"/>
          </p:nvPr>
        </p:nvSpPr>
        <p:spPr/>
        <p:txBody>
          <a:bodyPr/>
          <a:lstStyle/>
          <a:p>
            <a:fld id="{689318A1-174D-4DEE-8106-03A37B9BCF15}" type="slidenum">
              <a:rPr lang="en-US" sz="750" smtClean="0">
                <a:solidFill>
                  <a:srgbClr val="FFFFFF">
                    <a:lumMod val="50000"/>
                  </a:srgbClr>
                </a:solidFill>
              </a:rPr>
              <a:pPr/>
              <a:t>‹#›</a:t>
            </a:fld>
            <a:endParaRPr lang="en-US" sz="750" dirty="0">
              <a:solidFill>
                <a:srgbClr val="FFFFFF">
                  <a:lumMod val="50000"/>
                </a:srgbClr>
              </a:solidFill>
            </a:endParaRPr>
          </a:p>
        </p:txBody>
      </p:sp>
      <p:sp>
        <p:nvSpPr>
          <p:cNvPr id="6" name="Footer Placeholder 5"/>
          <p:cNvSpPr>
            <a:spLocks noGrp="1"/>
          </p:cNvSpPr>
          <p:nvPr>
            <p:ph type="ftr" sz="quarter" idx="12"/>
          </p:nvPr>
        </p:nvSpPr>
        <p:spPr>
          <a:xfrm>
            <a:off x="4168787" y="6391659"/>
            <a:ext cx="3861807" cy="365125"/>
          </a:xfrm>
          <a:prstGeom prst="rect">
            <a:avLst/>
          </a:prstGeom>
        </p:spPr>
        <p:txBody>
          <a:bodyPr/>
          <a:lstStyle/>
          <a:p>
            <a:pPr fontAlgn="base">
              <a:spcBef>
                <a:spcPct val="0"/>
              </a:spcBef>
              <a:spcAft>
                <a:spcPct val="0"/>
              </a:spcAft>
            </a:pPr>
            <a:r>
              <a:rPr lang="en-US" sz="2200" dirty="0" smtClean="0">
                <a:solidFill>
                  <a:srgbClr val="000000"/>
                </a:solidFill>
                <a:latin typeface="Times" pitchFamily="18" charset="0"/>
              </a:rPr>
              <a:t>BOEING PROPRIETARY</a:t>
            </a:r>
            <a:endParaRPr lang="en-US" sz="2200" dirty="0">
              <a:solidFill>
                <a:srgbClr val="000000"/>
              </a:solidFill>
              <a:latin typeface="Times" pitchFamily="18" charset="0"/>
            </a:endParaRPr>
          </a:p>
        </p:txBody>
      </p:sp>
      <p:sp>
        <p:nvSpPr>
          <p:cNvPr id="7" name="Content Placeholder 5"/>
          <p:cNvSpPr>
            <a:spLocks noGrp="1"/>
          </p:cNvSpPr>
          <p:nvPr>
            <p:ph sz="quarter" idx="13"/>
          </p:nvPr>
        </p:nvSpPr>
        <p:spPr>
          <a:xfrm>
            <a:off x="405489" y="1283210"/>
            <a:ext cx="11314075" cy="11703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3837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Title and No Content">
    <p:spTree>
      <p:nvGrpSpPr>
        <p:cNvPr id="1" name=""/>
        <p:cNvGrpSpPr/>
        <p:nvPr/>
      </p:nvGrpSpPr>
      <p:grpSpPr>
        <a:xfrm>
          <a:off x="0" y="0"/>
          <a:ext cx="0" cy="0"/>
          <a:chOff x="0" y="0"/>
          <a:chExt cx="0" cy="0"/>
        </a:xfrm>
      </p:grpSpPr>
      <p:sp>
        <p:nvSpPr>
          <p:cNvPr id="2" name="Title 1"/>
          <p:cNvSpPr>
            <a:spLocks noGrp="1"/>
          </p:cNvSpPr>
          <p:nvPr>
            <p:ph type="title"/>
          </p:nvPr>
        </p:nvSpPr>
        <p:spPr>
          <a:xfrm>
            <a:off x="388620" y="663762"/>
            <a:ext cx="11071013" cy="387798"/>
          </a:xfrm>
          <a:prstGeom prst="rect">
            <a:avLst/>
          </a:prstGeom>
        </p:spPr>
        <p:txBody>
          <a:bodyPr/>
          <a:lstStyle>
            <a:lvl1pPr>
              <a:defRPr sz="2800"/>
            </a:lvl1pPr>
          </a:lstStyle>
          <a:p>
            <a:r>
              <a:rPr lang="en-US" dirty="0" smtClean="0"/>
              <a:t>Click to edit Master title style</a:t>
            </a:r>
            <a:endParaRPr lang="en-US" dirty="0"/>
          </a:p>
        </p:txBody>
      </p:sp>
      <p:sp>
        <p:nvSpPr>
          <p:cNvPr id="8" name="Rectangle 72"/>
          <p:cNvSpPr>
            <a:spLocks noGrp="1" noChangeArrowheads="1"/>
          </p:cNvSpPr>
          <p:nvPr>
            <p:ph type="ftr" sz="quarter" idx="3"/>
          </p:nvPr>
        </p:nvSpPr>
        <p:spPr>
          <a:xfrm>
            <a:off x="3890433" y="6729105"/>
            <a:ext cx="4267200" cy="91440"/>
          </a:xfrm>
          <a:prstGeom prst="rect">
            <a:avLst/>
          </a:prstGeom>
        </p:spPr>
        <p:txBody>
          <a:bodyPr anchor="ctr"/>
          <a:lstStyle>
            <a:lvl1pPr algn="ctr">
              <a:defRPr sz="700">
                <a:solidFill>
                  <a:srgbClr val="000000"/>
                </a:solidFill>
              </a:defRPr>
            </a:lvl1pPr>
          </a:lstStyle>
          <a:p>
            <a:pPr fontAlgn="base">
              <a:spcBef>
                <a:spcPct val="0"/>
              </a:spcBef>
              <a:spcAft>
                <a:spcPct val="0"/>
              </a:spcAft>
              <a:defRPr/>
            </a:pPr>
            <a:r>
              <a:rPr lang="en-US" smtClean="0">
                <a:latin typeface="Times" pitchFamily="18" charset="0"/>
              </a:rPr>
              <a:t> BOEING PROPRIETARY</a:t>
            </a:r>
            <a:endParaRPr lang="en-US" dirty="0">
              <a:latin typeface="Times" pitchFamily="18" charset="0"/>
            </a:endParaRPr>
          </a:p>
        </p:txBody>
      </p:sp>
      <p:sp>
        <p:nvSpPr>
          <p:cNvPr id="6" name="Slide Number Placeholder 14"/>
          <p:cNvSpPr txBox="1">
            <a:spLocks/>
          </p:cNvSpPr>
          <p:nvPr userDrawn="1"/>
        </p:nvSpPr>
        <p:spPr>
          <a:xfrm>
            <a:off x="10972800" y="6729105"/>
            <a:ext cx="914400" cy="91440"/>
          </a:xfrm>
          <a:prstGeom prst="rect">
            <a:avLst/>
          </a:prstGeom>
        </p:spPr>
        <p:txBody>
          <a:bodyPr anchor="ctr"/>
          <a:lstStyle/>
          <a:p>
            <a:pPr algn="r" fontAlgn="base">
              <a:spcBef>
                <a:spcPct val="0"/>
              </a:spcBef>
              <a:spcAft>
                <a:spcPct val="0"/>
              </a:spcAft>
              <a:defRPr/>
            </a:pPr>
            <a:r>
              <a:rPr lang="en-US" sz="700" dirty="0" smtClean="0">
                <a:solidFill>
                  <a:srgbClr val="000000"/>
                </a:solidFill>
              </a:rPr>
              <a:t> </a:t>
            </a:r>
            <a:fld id="{53ADC628-6F6A-4FA3-BCD5-198C4A001C34}" type="slidenum">
              <a:rPr lang="en-US" sz="700" smtClean="0">
                <a:solidFill>
                  <a:srgbClr val="000000"/>
                </a:solidFill>
              </a:rPr>
              <a:pPr algn="r" fontAlgn="base">
                <a:spcBef>
                  <a:spcPct val="0"/>
                </a:spcBef>
                <a:spcAft>
                  <a:spcPct val="0"/>
                </a:spcAft>
                <a:defRPr/>
              </a:pPr>
              <a:t>‹#›</a:t>
            </a:fld>
            <a:endParaRPr lang="en-US" sz="700" dirty="0">
              <a:solidFill>
                <a:srgbClr val="000000"/>
              </a:solidFill>
            </a:endParaRPr>
          </a:p>
        </p:txBody>
      </p:sp>
    </p:spTree>
    <p:extLst>
      <p:ext uri="{BB962C8B-B14F-4D97-AF65-F5344CB8AC3E}">
        <p14:creationId xmlns:p14="http://schemas.microsoft.com/office/powerpoint/2010/main" val="398093091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theme" Target="../theme/theme3.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slideLayout" Target="../slideLayouts/slideLayout79.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196445-D7C4-4D95-9E94-4B67B43E5D51}" type="datetimeFigureOut">
              <a:rPr lang="en-US" smtClean="0"/>
              <a:t>3/20/2019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58B7C2-3F7C-42EC-9CF8-EAEEEBF2ED2B}" type="slidenum">
              <a:rPr lang="en-US" smtClean="0"/>
              <a:t>‹#›</a:t>
            </a:fld>
            <a:endParaRPr lang="en-US"/>
          </a:p>
        </p:txBody>
      </p:sp>
    </p:spTree>
    <p:extLst>
      <p:ext uri="{BB962C8B-B14F-4D97-AF65-F5344CB8AC3E}">
        <p14:creationId xmlns:p14="http://schemas.microsoft.com/office/powerpoint/2010/main" val="381200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2" name="Boeing 12 column grid" hidden="1"/>
          <p:cNvGrpSpPr/>
          <p:nvPr/>
        </p:nvGrpSpPr>
        <p:grpSpPr>
          <a:xfrm>
            <a:off x="11578" y="0"/>
            <a:ext cx="12195176" cy="6858000"/>
            <a:chOff x="0" y="0"/>
            <a:chExt cx="12192000" cy="6858000"/>
          </a:xfrm>
        </p:grpSpPr>
        <p:grpSp>
          <p:nvGrpSpPr>
            <p:cNvPr id="13" name="Group 12"/>
            <p:cNvGrpSpPr/>
            <p:nvPr userDrawn="1"/>
          </p:nvGrpSpPr>
          <p:grpSpPr>
            <a:xfrm>
              <a:off x="0" y="0"/>
              <a:ext cx="12188825" cy="6858000"/>
              <a:chOff x="0" y="0"/>
              <a:chExt cx="12188825" cy="6858000"/>
            </a:xfrm>
          </p:grpSpPr>
          <p:grpSp>
            <p:nvGrpSpPr>
              <p:cNvPr id="15" name="Boeing 12 column grid"/>
              <p:cNvGrpSpPr/>
              <p:nvPr userDrawn="1"/>
            </p:nvGrpSpPr>
            <p:grpSpPr>
              <a:xfrm>
                <a:off x="0" y="461727"/>
                <a:ext cx="12188825" cy="5957180"/>
                <a:chOff x="129803" y="456356"/>
                <a:chExt cx="8890818" cy="5958732"/>
              </a:xfrm>
            </p:grpSpPr>
            <p:cxnSp>
              <p:nvCxnSpPr>
                <p:cNvPr id="20" name="Straight Connector 19"/>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p:cNvCxnSpPr/>
                <p:nvPr userDrawn="1"/>
              </p:nvCxnSpPr>
              <p:spPr>
                <a:xfrm>
                  <a:off x="464396" y="2136995"/>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userDrawn="1"/>
              </p:nvCxnSpPr>
              <p:spPr>
                <a:xfrm>
                  <a:off x="464396" y="2432456"/>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p:cNvCxnSpPr/>
                <p:nvPr userDrawn="1"/>
              </p:nvCxnSpPr>
              <p:spPr>
                <a:xfrm>
                  <a:off x="459993" y="3288274"/>
                  <a:ext cx="8223097"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p:cNvCxnSpPr/>
                <p:nvPr userDrawn="1"/>
              </p:nvCxnSpPr>
              <p:spPr>
                <a:xfrm>
                  <a:off x="466598" y="3583735"/>
                  <a:ext cx="821649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p:cNvCxnSpPr/>
                <p:nvPr userDrawn="1"/>
              </p:nvCxnSpPr>
              <p:spPr>
                <a:xfrm>
                  <a:off x="464396" y="4424269"/>
                  <a:ext cx="8218694"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p:cNvCxnSpPr/>
                <p:nvPr userDrawn="1"/>
              </p:nvCxnSpPr>
              <p:spPr>
                <a:xfrm>
                  <a:off x="462195" y="4719730"/>
                  <a:ext cx="8220896"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30" name="Rectangle 29"/>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dirty="0">
                    <a:solidFill>
                      <a:srgbClr val="FFFFFF"/>
                    </a:solidFill>
                  </a:endParaRPr>
                </a:p>
              </p:txBody>
            </p:sp>
            <p:cxnSp>
              <p:nvCxnSpPr>
                <p:cNvPr id="31" name="Straight Connector 30"/>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userDrawn="1"/>
              </p:nvCxnSpPr>
              <p:spPr>
                <a:xfrm>
                  <a:off x="129803" y="2284726"/>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p:nvPr userDrawn="1"/>
              </p:nvCxnSpPr>
              <p:spPr>
                <a:xfrm>
                  <a:off x="463550" y="3432679"/>
                  <a:ext cx="8223250" cy="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userDrawn="1"/>
              </p:nvCxnSpPr>
              <p:spPr>
                <a:xfrm>
                  <a:off x="129803" y="4572000"/>
                  <a:ext cx="889081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36" name="Group 35"/>
                <p:cNvGrpSpPr/>
                <p:nvPr userDrawn="1"/>
              </p:nvGrpSpPr>
              <p:grpSpPr>
                <a:xfrm>
                  <a:off x="1043681" y="457200"/>
                  <a:ext cx="7060730" cy="5957888"/>
                  <a:chOff x="1043681" y="0"/>
                  <a:chExt cx="7060730" cy="6858000"/>
                </a:xfrm>
              </p:grpSpPr>
              <p:cxnSp>
                <p:nvCxnSpPr>
                  <p:cNvPr id="37" name="Straight Connector 36"/>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20"/>
                  <p:cNvCxnSpPr/>
                  <p:nvPr/>
                </p:nvCxnSpPr>
                <p:spPr>
                  <a:xfrm>
                    <a:off x="104368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15"/>
                  <p:cNvCxnSpPr/>
                  <p:nvPr/>
                </p:nvCxnSpPr>
                <p:spPr>
                  <a:xfrm>
                    <a:off x="11584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p:nvCxnSpPr>
                <p:spPr>
                  <a:xfrm>
                    <a:off x="174150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p:cNvCxnSpPr/>
                  <p:nvPr/>
                </p:nvCxnSpPr>
                <p:spPr>
                  <a:xfrm>
                    <a:off x="243709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p:nvCxnSpPr>
                <p:spPr>
                  <a:xfrm>
                    <a:off x="532550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p:nvCxnSpPr>
                <p:spPr>
                  <a:xfrm>
                    <a:off x="25473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userDrawn="1"/>
                </p:nvCxnSpPr>
                <p:spPr>
                  <a:xfrm>
                    <a:off x="31288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userDrawn="1"/>
                </p:nvCxnSpPr>
                <p:spPr>
                  <a:xfrm>
                    <a:off x="324337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userDrawn="1"/>
                </p:nvCxnSpPr>
                <p:spPr>
                  <a:xfrm>
                    <a:off x="382641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39374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p:cNvCxnSpPr/>
                  <p:nvPr userDrawn="1"/>
                </p:nvCxnSpPr>
                <p:spPr>
                  <a:xfrm>
                    <a:off x="452230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p:cNvCxnSpPr/>
                  <p:nvPr userDrawn="1"/>
                </p:nvCxnSpPr>
                <p:spPr>
                  <a:xfrm>
                    <a:off x="462823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p:cNvCxnSpPr/>
                  <p:nvPr userDrawn="1"/>
                </p:nvCxnSpPr>
                <p:spPr>
                  <a:xfrm>
                    <a:off x="5213787"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p:cNvCxnSpPr/>
                  <p:nvPr userDrawn="1"/>
                </p:nvCxnSpPr>
                <p:spPr>
                  <a:xfrm>
                    <a:off x="810441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p:cNvCxnSpPr/>
                  <p:nvPr userDrawn="1"/>
                </p:nvCxnSpPr>
                <p:spPr>
                  <a:xfrm>
                    <a:off x="590715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p:cNvCxnSpPr/>
                  <p:nvPr userDrawn="1"/>
                </p:nvCxnSpPr>
                <p:spPr>
                  <a:xfrm>
                    <a:off x="601976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p:cNvCxnSpPr/>
                  <p:nvPr userDrawn="1"/>
                </p:nvCxnSpPr>
                <p:spPr>
                  <a:xfrm>
                    <a:off x="660501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p:cNvCxnSpPr/>
                  <p:nvPr userDrawn="1"/>
                </p:nvCxnSpPr>
                <p:spPr>
                  <a:xfrm>
                    <a:off x="6713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p:cNvCxnSpPr/>
                  <p:nvPr userDrawn="1"/>
                </p:nvCxnSpPr>
                <p:spPr>
                  <a:xfrm>
                    <a:off x="729868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p:cNvCxnSpPr/>
                  <p:nvPr userDrawn="1"/>
                </p:nvCxnSpPr>
                <p:spPr>
                  <a:xfrm>
                    <a:off x="740902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p:cNvCxnSpPr/>
                  <p:nvPr userDrawn="1"/>
                </p:nvCxnSpPr>
                <p:spPr>
                  <a:xfrm>
                    <a:off x="7990175"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grpSp>
            <p:nvGrpSpPr>
              <p:cNvPr id="16" name="Group 41"/>
              <p:cNvGrpSpPr/>
              <p:nvPr userDrawn="1"/>
            </p:nvGrpSpPr>
            <p:grpSpPr>
              <a:xfrm>
                <a:off x="7002578" y="0"/>
                <a:ext cx="5178519" cy="6858000"/>
                <a:chOff x="3954578" y="0"/>
                <a:chExt cx="5178519" cy="6858000"/>
              </a:xfrm>
            </p:grpSpPr>
            <p:cxnSp>
              <p:nvCxnSpPr>
                <p:cNvPr id="17" name="Straight Connector 16"/>
                <p:cNvCxnSpPr/>
                <p:nvPr userDrawn="1"/>
              </p:nvCxnSpPr>
              <p:spPr>
                <a:xfrm flipH="1">
                  <a:off x="3954578" y="0"/>
                  <a:ext cx="5167884" cy="6858000"/>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flipH="1">
                  <a:off x="5670489" y="2280213"/>
                  <a:ext cx="3449617" cy="4577787"/>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flipH="1">
                  <a:off x="7419192" y="4583575"/>
                  <a:ext cx="1713905" cy="2274425"/>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grpSp>
        <p:cxnSp>
          <p:nvCxnSpPr>
            <p:cNvPr id="14" name="Straight Connector 13"/>
            <p:cNvCxnSpPr/>
            <p:nvPr userDrawn="1"/>
          </p:nvCxnSpPr>
          <p:spPr>
            <a:xfrm flipH="1">
              <a:off x="9599143" y="3419347"/>
              <a:ext cx="2592857" cy="3438653"/>
            </a:xfrm>
            <a:prstGeom prst="line">
              <a:avLst/>
            </a:prstGeom>
            <a:ln w="3175">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3075" name="Rectangle 3"/>
          <p:cNvSpPr>
            <a:spLocks noGrp="1" noChangeArrowheads="1"/>
          </p:cNvSpPr>
          <p:nvPr>
            <p:ph type="title"/>
          </p:nvPr>
        </p:nvSpPr>
        <p:spPr bwMode="auto">
          <a:xfrm>
            <a:off x="445569" y="458731"/>
            <a:ext cx="11312241" cy="378565"/>
          </a:xfrm>
          <a:prstGeom prst="rect">
            <a:avLst/>
          </a:prstGeom>
          <a:noFill/>
          <a:ln w="9525">
            <a:noFill/>
            <a:miter lim="800000"/>
            <a:headEnd/>
            <a:tailEnd/>
          </a:ln>
          <a:effectLst/>
        </p:spPr>
        <p:txBody>
          <a:bodyPr vert="horz" wrap="square" lIns="0" tIns="45720" rIns="0" bIns="0" numCol="1" anchor="t" anchorCtr="0" compatLnSpc="1">
            <a:prstTxWarp prst="textNoShape">
              <a:avLst/>
            </a:prstTxWarp>
            <a:spAutoFit/>
          </a:bodyPr>
          <a:lstStyle/>
          <a:p>
            <a:pPr lvl="0"/>
            <a:r>
              <a:rPr lang="en-US" smtClean="0"/>
              <a:t>Click to edit Master title style</a:t>
            </a:r>
            <a:endParaRPr lang="en-US" dirty="0" smtClean="0"/>
          </a:p>
        </p:txBody>
      </p:sp>
      <p:sp>
        <p:nvSpPr>
          <p:cNvPr id="3076" name="Rectangle 4"/>
          <p:cNvSpPr>
            <a:spLocks noGrp="1" noChangeArrowheads="1"/>
          </p:cNvSpPr>
          <p:nvPr>
            <p:ph type="body" idx="1"/>
          </p:nvPr>
        </p:nvSpPr>
        <p:spPr bwMode="auto">
          <a:xfrm>
            <a:off x="409735" y="1284670"/>
            <a:ext cx="11314074" cy="131112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3078" name="Rectangle 6"/>
          <p:cNvSpPr>
            <a:spLocks noChangeArrowheads="1"/>
          </p:cNvSpPr>
          <p:nvPr/>
        </p:nvSpPr>
        <p:spPr bwMode="auto">
          <a:xfrm>
            <a:off x="409735" y="6657977"/>
            <a:ext cx="2753783" cy="111125"/>
          </a:xfrm>
          <a:prstGeom prst="rect">
            <a:avLst/>
          </a:prstGeom>
          <a:noFill/>
          <a:ln w="12700">
            <a:noFill/>
            <a:miter lim="800000"/>
            <a:headEnd type="none" w="sm" len="sm"/>
            <a:tailEnd type="none" w="sm" len="sm"/>
          </a:ln>
          <a:effectLst/>
        </p:spPr>
        <p:txBody>
          <a:bodyPr lIns="9144" tIns="9144" rIns="9144" bIns="9144" anchor="b">
            <a:spAutoFit/>
          </a:bodyPr>
          <a:lstStyle/>
          <a:p>
            <a:pPr defTabSz="820738" eaLnBrk="0" fontAlgn="base" hangingPunct="0">
              <a:spcBef>
                <a:spcPct val="0"/>
              </a:spcBef>
              <a:spcAft>
                <a:spcPct val="0"/>
              </a:spcAft>
            </a:pPr>
            <a:r>
              <a:rPr lang="en-US" sz="600" dirty="0" smtClean="0">
                <a:solidFill>
                  <a:srgbClr val="FFFFFF">
                    <a:lumMod val="50000"/>
                  </a:srgbClr>
                </a:solidFill>
              </a:rPr>
              <a:t>Copyright © 2018 Boeing. All rights reserved.</a:t>
            </a:r>
            <a:endParaRPr lang="en-US" sz="600" dirty="0">
              <a:solidFill>
                <a:srgbClr val="FFFFFF">
                  <a:lumMod val="50000"/>
                </a:srgbClr>
              </a:solidFill>
            </a:endParaRPr>
          </a:p>
        </p:txBody>
      </p:sp>
      <p:sp>
        <p:nvSpPr>
          <p:cNvPr id="11" name="Rectangle 6"/>
          <p:cNvSpPr>
            <a:spLocks noGrp="1" noChangeArrowheads="1"/>
          </p:cNvSpPr>
          <p:nvPr>
            <p:ph type="sldNum" sz="quarter" idx="4"/>
          </p:nvPr>
        </p:nvSpPr>
        <p:spPr bwMode="auto">
          <a:xfrm>
            <a:off x="9370369"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600">
                <a:solidFill>
                  <a:schemeClr val="bg1">
                    <a:lumMod val="50000"/>
                  </a:schemeClr>
                </a:solidFill>
              </a:defRPr>
            </a:lvl1pPr>
          </a:lstStyle>
          <a:p>
            <a:pPr fontAlgn="base">
              <a:spcBef>
                <a:spcPct val="0"/>
              </a:spcBef>
              <a:spcAft>
                <a:spcPct val="0"/>
              </a:spcAft>
            </a:pPr>
            <a:fld id="{689318A1-174D-4DEE-8106-03A37B9BCF15}" type="slidenum">
              <a:rPr lang="en-US" sz="1000" smtClean="0">
                <a:solidFill>
                  <a:srgbClr val="FFFFFF">
                    <a:lumMod val="50000"/>
                  </a:srgbClr>
                </a:solidFill>
              </a:rPr>
              <a:pPr fontAlgn="base">
                <a:spcBef>
                  <a:spcPct val="0"/>
                </a:spcBef>
                <a:spcAft>
                  <a:spcPct val="0"/>
                </a:spcAft>
              </a:pPr>
              <a:t>‹#›</a:t>
            </a:fld>
            <a:endParaRPr lang="en-US" sz="1000" dirty="0">
              <a:solidFill>
                <a:srgbClr val="FFFFFF">
                  <a:lumMod val="50000"/>
                </a:srgbClr>
              </a:solidFill>
            </a:endParaRPr>
          </a:p>
        </p:txBody>
      </p:sp>
      <p:sp>
        <p:nvSpPr>
          <p:cNvPr id="3" name="Footer Placeholder 2"/>
          <p:cNvSpPr>
            <a:spLocks noGrp="1"/>
          </p:cNvSpPr>
          <p:nvPr>
            <p:ph type="ftr" sz="quarter" idx="3"/>
          </p:nvPr>
        </p:nvSpPr>
        <p:spPr>
          <a:xfrm>
            <a:off x="4168787" y="6391657"/>
            <a:ext cx="3861806" cy="365125"/>
          </a:xfrm>
          <a:prstGeom prst="rect">
            <a:avLst/>
          </a:prstGeom>
        </p:spPr>
        <p:txBody>
          <a:bodyPr vert="horz" lIns="91440" tIns="45720" rIns="91440" bIns="45720" rtlCol="0" anchor="b" anchorCtr="0"/>
          <a:lstStyle>
            <a:lvl1pPr algn="ctr">
              <a:defRPr sz="1000" b="1">
                <a:solidFill>
                  <a:srgbClr val="898989"/>
                </a:solidFill>
              </a:defRPr>
            </a:lvl1pPr>
          </a:lstStyle>
          <a:p>
            <a:pPr fontAlgn="base">
              <a:spcBef>
                <a:spcPct val="0"/>
              </a:spcBef>
              <a:spcAft>
                <a:spcPct val="0"/>
              </a:spcAft>
            </a:pPr>
            <a:r>
              <a:rPr lang="en-US" dirty="0" smtClean="0"/>
              <a:t>BOEING PROPRIETARY</a:t>
            </a:r>
            <a:endParaRPr lang="en-US" dirty="0"/>
          </a:p>
        </p:txBody>
      </p:sp>
      <p:sp>
        <p:nvSpPr>
          <p:cNvPr id="72" name="Rectangle 2"/>
          <p:cNvSpPr>
            <a:spLocks noChangeArrowheads="1"/>
          </p:cNvSpPr>
          <p:nvPr/>
        </p:nvSpPr>
        <p:spPr bwMode="auto">
          <a:xfrm>
            <a:off x="1" y="-9144"/>
            <a:ext cx="12192000" cy="283464"/>
          </a:xfrm>
          <a:prstGeom prst="rect">
            <a:avLst/>
          </a:prstGeom>
          <a:solidFill>
            <a:schemeClr val="tx2"/>
          </a:solidFill>
          <a:ln w="9525">
            <a:noFill/>
            <a:miter lim="800000"/>
            <a:headEnd type="none" w="sm" len="sm"/>
            <a:tailEnd type="none" w="sm" len="sm"/>
          </a:ln>
          <a:effectLst/>
        </p:spPr>
        <p:txBody>
          <a:bodyPr wrap="none" anchor="ctr"/>
          <a:lstStyle/>
          <a:p>
            <a:pPr fontAlgn="base">
              <a:spcBef>
                <a:spcPct val="0"/>
              </a:spcBef>
              <a:spcAft>
                <a:spcPct val="0"/>
              </a:spcAft>
            </a:pPr>
            <a:endParaRPr lang="en-US">
              <a:solidFill>
                <a:srgbClr val="000000"/>
              </a:solidFill>
            </a:endParaRPr>
          </a:p>
        </p:txBody>
      </p:sp>
      <p:sp>
        <p:nvSpPr>
          <p:cNvPr id="73" name="TextBox 72"/>
          <p:cNvSpPr txBox="1"/>
          <p:nvPr/>
        </p:nvSpPr>
        <p:spPr>
          <a:xfrm>
            <a:off x="445569" y="60251"/>
            <a:ext cx="2717948" cy="159410"/>
          </a:xfrm>
          <a:prstGeom prst="rect">
            <a:avLst/>
          </a:prstGeom>
          <a:noFill/>
        </p:spPr>
        <p:txBody>
          <a:bodyPr wrap="square" lIns="0" tIns="0" rIns="0" bIns="0" rtlCol="0" anchor="t" anchorCtr="0">
            <a:spAutoFit/>
          </a:bodyPr>
          <a:lstStyle/>
          <a:p>
            <a:pPr fontAlgn="base">
              <a:spcBef>
                <a:spcPct val="0"/>
              </a:spcBef>
              <a:spcAft>
                <a:spcPct val="0"/>
              </a:spcAft>
            </a:pPr>
            <a:r>
              <a:rPr lang="en-US" sz="1000" b="1" dirty="0" smtClean="0">
                <a:solidFill>
                  <a:srgbClr val="FFFFFF"/>
                </a:solidFill>
              </a:rPr>
              <a:t>Design &amp; Manufacturing for Second Century</a:t>
            </a:r>
            <a:endParaRPr lang="en-US" sz="1000" dirty="0">
              <a:solidFill>
                <a:srgbClr val="FFFFFF"/>
              </a:solidFill>
            </a:endParaRPr>
          </a:p>
        </p:txBody>
      </p:sp>
    </p:spTree>
    <p:extLst>
      <p:ext uri="{BB962C8B-B14F-4D97-AF65-F5344CB8AC3E}">
        <p14:creationId xmlns:p14="http://schemas.microsoft.com/office/powerpoint/2010/main" val="4879523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txStyles>
    <p:titleStyle>
      <a:lvl1pPr algn="l" defTabSz="1020763" rtl="0" eaLnBrk="1" fontAlgn="base" hangingPunct="1">
        <a:lnSpc>
          <a:spcPct val="90000"/>
        </a:lnSpc>
        <a:spcBef>
          <a:spcPct val="0"/>
        </a:spcBef>
        <a:spcAft>
          <a:spcPct val="0"/>
        </a:spcAft>
        <a:defRPr sz="2400" b="0">
          <a:solidFill>
            <a:sysClr val="windowText" lastClr="000000"/>
          </a:solidFill>
          <a:latin typeface="+mj-lt"/>
          <a:ea typeface="+mj-ea"/>
          <a:cs typeface="+mj-cs"/>
        </a:defRPr>
      </a:lvl1pPr>
      <a:lvl2pPr algn="l" defTabSz="1020763" rtl="0" eaLnBrk="1" fontAlgn="base" hangingPunct="1">
        <a:lnSpc>
          <a:spcPct val="90000"/>
        </a:lnSpc>
        <a:spcBef>
          <a:spcPct val="0"/>
        </a:spcBef>
        <a:spcAft>
          <a:spcPct val="0"/>
        </a:spcAft>
        <a:defRPr sz="3200" b="1">
          <a:solidFill>
            <a:schemeClr val="bg1"/>
          </a:solidFill>
          <a:latin typeface="Arial" charset="0"/>
        </a:defRPr>
      </a:lvl2pPr>
      <a:lvl3pPr algn="l" defTabSz="1020763" rtl="0" eaLnBrk="1" fontAlgn="base" hangingPunct="1">
        <a:lnSpc>
          <a:spcPct val="90000"/>
        </a:lnSpc>
        <a:spcBef>
          <a:spcPct val="0"/>
        </a:spcBef>
        <a:spcAft>
          <a:spcPct val="0"/>
        </a:spcAft>
        <a:defRPr sz="3200" b="1">
          <a:solidFill>
            <a:schemeClr val="bg1"/>
          </a:solidFill>
          <a:latin typeface="Arial" charset="0"/>
        </a:defRPr>
      </a:lvl3pPr>
      <a:lvl4pPr algn="l" defTabSz="1020763" rtl="0" eaLnBrk="1" fontAlgn="base" hangingPunct="1">
        <a:lnSpc>
          <a:spcPct val="90000"/>
        </a:lnSpc>
        <a:spcBef>
          <a:spcPct val="0"/>
        </a:spcBef>
        <a:spcAft>
          <a:spcPct val="0"/>
        </a:spcAft>
        <a:defRPr sz="3200" b="1">
          <a:solidFill>
            <a:schemeClr val="bg1"/>
          </a:solidFill>
          <a:latin typeface="Arial" charset="0"/>
        </a:defRPr>
      </a:lvl4pPr>
      <a:lvl5pPr algn="l" defTabSz="1020763" rtl="0" eaLnBrk="1" fontAlgn="base" hangingPunct="1">
        <a:lnSpc>
          <a:spcPct val="90000"/>
        </a:lnSpc>
        <a:spcBef>
          <a:spcPct val="0"/>
        </a:spcBef>
        <a:spcAft>
          <a:spcPct val="0"/>
        </a:spcAft>
        <a:defRPr sz="3200" b="1">
          <a:solidFill>
            <a:schemeClr val="bg1"/>
          </a:solidFill>
          <a:latin typeface="Arial" charset="0"/>
        </a:defRPr>
      </a:lvl5pPr>
      <a:lvl6pPr marL="457200" algn="l" defTabSz="1020763" rtl="0" eaLnBrk="1" fontAlgn="base" hangingPunct="1">
        <a:lnSpc>
          <a:spcPct val="90000"/>
        </a:lnSpc>
        <a:spcBef>
          <a:spcPct val="0"/>
        </a:spcBef>
        <a:spcAft>
          <a:spcPct val="0"/>
        </a:spcAft>
        <a:defRPr sz="3200" b="1">
          <a:solidFill>
            <a:schemeClr val="bg1"/>
          </a:solidFill>
          <a:latin typeface="Arial" charset="0"/>
        </a:defRPr>
      </a:lvl6pPr>
      <a:lvl7pPr marL="914400" algn="l" defTabSz="1020763" rtl="0" eaLnBrk="1" fontAlgn="base" hangingPunct="1">
        <a:lnSpc>
          <a:spcPct val="90000"/>
        </a:lnSpc>
        <a:spcBef>
          <a:spcPct val="0"/>
        </a:spcBef>
        <a:spcAft>
          <a:spcPct val="0"/>
        </a:spcAft>
        <a:defRPr sz="3200" b="1">
          <a:solidFill>
            <a:schemeClr val="bg1"/>
          </a:solidFill>
          <a:latin typeface="Arial" charset="0"/>
        </a:defRPr>
      </a:lvl7pPr>
      <a:lvl8pPr marL="1371600" algn="l" defTabSz="1020763" rtl="0" eaLnBrk="1" fontAlgn="base" hangingPunct="1">
        <a:lnSpc>
          <a:spcPct val="90000"/>
        </a:lnSpc>
        <a:spcBef>
          <a:spcPct val="0"/>
        </a:spcBef>
        <a:spcAft>
          <a:spcPct val="0"/>
        </a:spcAft>
        <a:defRPr sz="3200" b="1">
          <a:solidFill>
            <a:schemeClr val="bg1"/>
          </a:solidFill>
          <a:latin typeface="Arial" charset="0"/>
        </a:defRPr>
      </a:lvl8pPr>
      <a:lvl9pPr marL="1828800" algn="l" defTabSz="1020763" rtl="0" eaLnBrk="1" fontAlgn="base" hangingPunct="1">
        <a:lnSpc>
          <a:spcPct val="90000"/>
        </a:lnSpc>
        <a:spcBef>
          <a:spcPct val="0"/>
        </a:spcBef>
        <a:spcAft>
          <a:spcPct val="0"/>
        </a:spcAft>
        <a:defRPr sz="3200" b="1">
          <a:solidFill>
            <a:schemeClr val="bg1"/>
          </a:solidFill>
          <a:latin typeface="Arial" charset="0"/>
        </a:defRPr>
      </a:lvl9pPr>
    </p:titleStyle>
    <p:bodyStyle>
      <a:lvl1pPr marL="0" indent="0" algn="l" defTabSz="820738" rtl="0" eaLnBrk="1" fontAlgn="base" hangingPunct="1">
        <a:lnSpc>
          <a:spcPct val="90000"/>
        </a:lnSpc>
        <a:spcBef>
          <a:spcPts val="720"/>
        </a:spcBef>
        <a:spcAft>
          <a:spcPct val="0"/>
        </a:spcAft>
        <a:buClr>
          <a:schemeClr val="tx2"/>
        </a:buClr>
        <a:buFont typeface="Symbol" panose="05050102010706020507" pitchFamily="18" charset="2"/>
        <a:buChar char=""/>
        <a:defRPr sz="2000" b="1">
          <a:solidFill>
            <a:schemeClr val="tx1">
              <a:lumMod val="75000"/>
              <a:lumOff val="25000"/>
            </a:schemeClr>
          </a:solidFill>
          <a:latin typeface="+mn-lt"/>
          <a:ea typeface="+mn-ea"/>
          <a:cs typeface="+mn-cs"/>
        </a:defRPr>
      </a:lvl1pPr>
      <a:lvl2pPr marL="288925" indent="-173038" algn="l" defTabSz="820738" rtl="0" eaLnBrk="1" fontAlgn="base" hangingPunct="1">
        <a:lnSpc>
          <a:spcPct val="90000"/>
        </a:lnSpc>
        <a:spcBef>
          <a:spcPts val="720"/>
        </a:spcBef>
        <a:spcAft>
          <a:spcPct val="0"/>
        </a:spcAft>
        <a:buClr>
          <a:schemeClr val="tx2"/>
        </a:buClr>
        <a:buFont typeface="Arial" panose="020B0604020202020204" pitchFamily="34" charset="0"/>
        <a:buChar char="▪"/>
        <a:defRPr sz="2000">
          <a:solidFill>
            <a:schemeClr val="tx1">
              <a:lumMod val="75000"/>
              <a:lumOff val="25000"/>
            </a:schemeClr>
          </a:solidFill>
          <a:latin typeface="+mn-lt"/>
        </a:defRPr>
      </a:lvl2pPr>
      <a:lvl3pPr marL="508000" indent="-184150" algn="l" defTabSz="820738" rtl="0" eaLnBrk="1" fontAlgn="base" hangingPunct="1">
        <a:lnSpc>
          <a:spcPct val="90000"/>
        </a:lnSpc>
        <a:spcBef>
          <a:spcPts val="720"/>
        </a:spcBef>
        <a:spcAft>
          <a:spcPct val="0"/>
        </a:spcAft>
        <a:buClr>
          <a:schemeClr val="tx2"/>
        </a:buClr>
        <a:buFont typeface="Arial" panose="020B0604020202020204" pitchFamily="34" charset="0"/>
        <a:buChar char="▪"/>
        <a:defRPr>
          <a:solidFill>
            <a:schemeClr val="tx1">
              <a:lumMod val="75000"/>
              <a:lumOff val="25000"/>
            </a:schemeClr>
          </a:solidFill>
          <a:latin typeface="+mn-lt"/>
        </a:defRPr>
      </a:lvl3pPr>
      <a:lvl4pPr marL="803275" indent="-225425" algn="l" defTabSz="820738" rtl="0" eaLnBrk="1" fontAlgn="base" hangingPunct="1">
        <a:lnSpc>
          <a:spcPct val="90000"/>
        </a:lnSpc>
        <a:spcBef>
          <a:spcPts val="720"/>
        </a:spcBef>
        <a:spcAft>
          <a:spcPct val="0"/>
        </a:spcAft>
        <a:buClr>
          <a:schemeClr val="tx2"/>
        </a:buClr>
        <a:buFont typeface="Arial" charset="0"/>
        <a:buChar char="–"/>
        <a:defRPr sz="1600">
          <a:solidFill>
            <a:schemeClr val="tx1">
              <a:lumMod val="75000"/>
              <a:lumOff val="25000"/>
            </a:schemeClr>
          </a:solidFill>
          <a:latin typeface="+mn-lt"/>
        </a:defRPr>
      </a:lvl4pPr>
      <a:lvl5pPr marL="9572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lumMod val="75000"/>
              <a:lumOff val="25000"/>
            </a:schemeClr>
          </a:solidFill>
          <a:latin typeface="+mn-lt"/>
        </a:defRPr>
      </a:lvl5pPr>
      <a:lvl6pPr marL="14144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6pPr>
      <a:lvl7pPr marL="18716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7pPr>
      <a:lvl8pPr marL="23288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8pPr>
      <a:lvl9pPr marL="2786063" indent="-163513" algn="l" defTabSz="820738" rtl="0" eaLnBrk="1" fontAlgn="base" hangingPunct="1">
        <a:lnSpc>
          <a:spcPct val="90000"/>
        </a:lnSpc>
        <a:spcBef>
          <a:spcPct val="30000"/>
        </a:spcBef>
        <a:spcAft>
          <a:spcPct val="0"/>
        </a:spcAft>
        <a:buClr>
          <a:schemeClr val="tx2"/>
        </a:buClr>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Boeing 12 column grid" hidden="1"/>
          <p:cNvGrpSpPr/>
          <p:nvPr/>
        </p:nvGrpSpPr>
        <p:grpSpPr>
          <a:xfrm>
            <a:off x="-4" y="456356"/>
            <a:ext cx="12192015" cy="5958732"/>
            <a:chOff x="-3" y="456356"/>
            <a:chExt cx="9144011" cy="5958732"/>
          </a:xfrm>
        </p:grpSpPr>
        <p:cxnSp>
          <p:nvCxnSpPr>
            <p:cNvPr id="9" name="Straight Connector 8"/>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p:cNvCxnSpPr/>
            <p:nvPr userDrawn="1"/>
          </p:nvCxnSpPr>
          <p:spPr>
            <a:xfrm>
              <a:off x="471778" y="213699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p:cNvCxnSpPr/>
            <p:nvPr userDrawn="1"/>
          </p:nvCxnSpPr>
          <p:spPr>
            <a:xfrm>
              <a:off x="471778" y="243245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userDrawn="1"/>
          </p:nvCxnSpPr>
          <p:spPr>
            <a:xfrm>
              <a:off x="471778" y="3288274"/>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userDrawn="1"/>
          </p:nvCxnSpPr>
          <p:spPr>
            <a:xfrm>
              <a:off x="471778" y="358373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p:cNvCxnSpPr/>
            <p:nvPr userDrawn="1"/>
          </p:nvCxnSpPr>
          <p:spPr>
            <a:xfrm>
              <a:off x="471778" y="4424269"/>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p:nvPr userDrawn="1"/>
          </p:nvCxnSpPr>
          <p:spPr>
            <a:xfrm>
              <a:off x="471778" y="4719730"/>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19" name="Rectangle 18"/>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50" dirty="0">
                <a:solidFill>
                  <a:srgbClr val="FFFFFF"/>
                </a:solidFill>
              </a:endParaRPr>
            </a:p>
          </p:txBody>
        </p:sp>
        <p:cxnSp>
          <p:nvCxnSpPr>
            <p:cNvPr id="20" name="Straight Connector 19"/>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p:cNvCxnSpPr/>
            <p:nvPr userDrawn="1"/>
          </p:nvCxnSpPr>
          <p:spPr>
            <a:xfrm>
              <a:off x="-3" y="2284726"/>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p:cNvCxnSpPr/>
            <p:nvPr userDrawn="1"/>
          </p:nvCxnSpPr>
          <p:spPr>
            <a:xfrm>
              <a:off x="380" y="3429000"/>
              <a:ext cx="9143628" cy="7005"/>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userDrawn="1"/>
          </p:nvCxnSpPr>
          <p:spPr>
            <a:xfrm>
              <a:off x="-3" y="4572000"/>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25" name="Group 24"/>
            <p:cNvGrpSpPr/>
            <p:nvPr userDrawn="1"/>
          </p:nvGrpSpPr>
          <p:grpSpPr>
            <a:xfrm>
              <a:off x="1001862" y="457200"/>
              <a:ext cx="7135564" cy="5957888"/>
              <a:chOff x="1001862" y="0"/>
              <a:chExt cx="7135564" cy="6858000"/>
            </a:xfrm>
          </p:grpSpPr>
          <p:cxnSp>
            <p:nvCxnSpPr>
              <p:cNvPr id="26" name="Straight Connector 25"/>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0"/>
              <p:cNvCxnSpPr/>
              <p:nvPr/>
            </p:nvCxnSpPr>
            <p:spPr>
              <a:xfrm>
                <a:off x="1001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15"/>
              <p:cNvCxnSpPr/>
              <p:nvPr/>
            </p:nvCxnSpPr>
            <p:spPr>
              <a:xfrm>
                <a:off x="1154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p:nvCxnSpPr>
            <p:spPr>
              <a:xfrm>
                <a:off x="1699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p:nvCxnSpPr>
            <p:spPr>
              <a:xfrm>
                <a:off x="2393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p:nvCxnSpPr>
            <p:spPr>
              <a:xfrm>
                <a:off x="533871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p:nvPr/>
            </p:nvCxnSpPr>
            <p:spPr>
              <a:xfrm>
                <a:off x="255178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userDrawn="1"/>
            </p:nvCxnSpPr>
            <p:spPr>
              <a:xfrm>
                <a:off x="309585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userDrawn="1"/>
            </p:nvCxnSpPr>
            <p:spPr>
              <a:xfrm>
                <a:off x="3249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userDrawn="1"/>
            </p:nvCxnSpPr>
            <p:spPr>
              <a:xfrm>
                <a:off x="3795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userDrawn="1"/>
            </p:nvCxnSpPr>
            <p:spPr>
              <a:xfrm>
                <a:off x="3944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userDrawn="1"/>
            </p:nvCxnSpPr>
            <p:spPr>
              <a:xfrm>
                <a:off x="4493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userDrawn="1"/>
            </p:nvCxnSpPr>
            <p:spPr>
              <a:xfrm>
                <a:off x="4641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userDrawn="1"/>
            </p:nvCxnSpPr>
            <p:spPr>
              <a:xfrm>
                <a:off x="5191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p:nvPr userDrawn="1"/>
            </p:nvCxnSpPr>
            <p:spPr>
              <a:xfrm>
                <a:off x="813742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p:cNvCxnSpPr/>
              <p:nvPr userDrawn="1"/>
            </p:nvCxnSpPr>
            <p:spPr>
              <a:xfrm>
                <a:off x="5885138"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userDrawn="1"/>
            </p:nvCxnSpPr>
            <p:spPr>
              <a:xfrm>
                <a:off x="6043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userDrawn="1"/>
            </p:nvCxnSpPr>
            <p:spPr>
              <a:xfrm>
                <a:off x="6589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userDrawn="1"/>
            </p:nvCxnSpPr>
            <p:spPr>
              <a:xfrm>
                <a:off x="6738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userDrawn="1"/>
            </p:nvCxnSpPr>
            <p:spPr>
              <a:xfrm>
                <a:off x="7287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userDrawn="1"/>
            </p:nvCxnSpPr>
            <p:spPr>
              <a:xfrm>
                <a:off x="7435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7985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sp>
        <p:nvSpPr>
          <p:cNvPr id="11267" name="Rectangle 3"/>
          <p:cNvSpPr>
            <a:spLocks noGrp="1" noChangeArrowheads="1"/>
          </p:cNvSpPr>
          <p:nvPr>
            <p:ph type="title"/>
          </p:nvPr>
        </p:nvSpPr>
        <p:spPr bwMode="auto">
          <a:xfrm>
            <a:off x="607486" y="683980"/>
            <a:ext cx="10976889" cy="29084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p>
            <a:pPr lvl="0"/>
            <a:r>
              <a:rPr lang="en-US" smtClean="0"/>
              <a:t>Click to edit Master title style</a:t>
            </a:r>
            <a:endParaRPr lang="en-US" dirty="0" smtClean="0"/>
          </a:p>
        </p:txBody>
      </p:sp>
      <p:sp>
        <p:nvSpPr>
          <p:cNvPr id="11268" name="Rectangle 4"/>
          <p:cNvSpPr>
            <a:spLocks noGrp="1" noChangeArrowheads="1"/>
          </p:cNvSpPr>
          <p:nvPr>
            <p:ph type="body" idx="1"/>
          </p:nvPr>
        </p:nvSpPr>
        <p:spPr bwMode="auto">
          <a:xfrm>
            <a:off x="607485" y="1470347"/>
            <a:ext cx="10980835" cy="1391920"/>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270"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solidFill>
                  <a:schemeClr val="bg1">
                    <a:lumMod val="50000"/>
                  </a:schemeClr>
                </a:solidFill>
                <a:latin typeface="+mj-lt"/>
              </a:defRPr>
            </a:lvl1pPr>
          </a:lstStyle>
          <a:p>
            <a:pPr fontAlgn="base">
              <a:spcBef>
                <a:spcPct val="0"/>
              </a:spcBef>
              <a:spcAft>
                <a:spcPct val="0"/>
              </a:spcAft>
            </a:pP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fontAlgn="base">
                <a:spcBef>
                  <a:spcPct val="0"/>
                </a:spcBef>
                <a:spcAft>
                  <a:spcPct val="0"/>
                </a:spcAft>
              </a:pPr>
              <a:t>‹#›</a:t>
            </a:fld>
            <a:endParaRPr lang="en-US" sz="750" dirty="0">
              <a:solidFill>
                <a:srgbClr val="FFFFFF">
                  <a:lumMod val="50000"/>
                </a:srgbClr>
              </a:solidFill>
            </a:endParaRPr>
          </a:p>
        </p:txBody>
      </p:sp>
      <p:sp>
        <p:nvSpPr>
          <p:cNvPr id="49" name="Line 32"/>
          <p:cNvSpPr>
            <a:spLocks noChangeShapeType="1"/>
          </p:cNvSpPr>
          <p:nvPr userDrawn="1"/>
        </p:nvSpPr>
        <p:spPr bwMode="auto">
          <a:xfrm>
            <a:off x="609600" y="1009650"/>
            <a:ext cx="10972800" cy="0"/>
          </a:xfrm>
          <a:prstGeom prst="line">
            <a:avLst/>
          </a:prstGeom>
          <a:noFill/>
          <a:ln w="25400">
            <a:solidFill>
              <a:schemeClr val="bg2"/>
            </a:solidFill>
            <a:round/>
            <a:headEnd type="none" w="sm" len="sm"/>
            <a:tailEnd type="none" w="sm" len="sm"/>
          </a:ln>
          <a:effectLst/>
        </p:spPr>
        <p:txBody>
          <a:bodyPr/>
          <a:lstStyle/>
          <a:p>
            <a:pPr eaLnBrk="0" fontAlgn="base" hangingPunct="0">
              <a:spcBef>
                <a:spcPct val="0"/>
              </a:spcBef>
              <a:spcAft>
                <a:spcPct val="0"/>
              </a:spcAft>
              <a:defRPr/>
            </a:pPr>
            <a:endParaRPr lang="en-US" sz="1650" dirty="0">
              <a:solidFill>
                <a:srgbClr val="000000"/>
              </a:solidFill>
              <a:latin typeface="Times" pitchFamily="18" charset="0"/>
            </a:endParaRPr>
          </a:p>
        </p:txBody>
      </p:sp>
    </p:spTree>
    <p:extLst>
      <p:ext uri="{BB962C8B-B14F-4D97-AF65-F5344CB8AC3E}">
        <p14:creationId xmlns:p14="http://schemas.microsoft.com/office/powerpoint/2010/main" val="119209184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7"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txStyles>
    <p:titleStyle>
      <a:lvl1pPr algn="l" defTabSz="765572" rtl="0" eaLnBrk="1" fontAlgn="base" hangingPunct="1">
        <a:lnSpc>
          <a:spcPct val="90000"/>
        </a:lnSpc>
        <a:spcBef>
          <a:spcPct val="0"/>
        </a:spcBef>
        <a:spcAft>
          <a:spcPct val="0"/>
        </a:spcAft>
        <a:defRPr sz="2100" b="0">
          <a:solidFill>
            <a:schemeClr val="tx2"/>
          </a:solidFill>
          <a:latin typeface="+mj-lt"/>
          <a:ea typeface="+mj-ea"/>
          <a:cs typeface="+mj-cs"/>
        </a:defRPr>
      </a:lvl1pPr>
      <a:lvl2pPr algn="l" defTabSz="765572" rtl="0" eaLnBrk="1" fontAlgn="base" hangingPunct="1">
        <a:lnSpc>
          <a:spcPct val="90000"/>
        </a:lnSpc>
        <a:spcBef>
          <a:spcPct val="0"/>
        </a:spcBef>
        <a:spcAft>
          <a:spcPct val="0"/>
        </a:spcAft>
        <a:defRPr sz="2400" b="1">
          <a:solidFill>
            <a:schemeClr val="tx2"/>
          </a:solidFill>
          <a:latin typeface="Arial" charset="0"/>
        </a:defRPr>
      </a:lvl2pPr>
      <a:lvl3pPr algn="l" defTabSz="765572" rtl="0" eaLnBrk="1" fontAlgn="base" hangingPunct="1">
        <a:lnSpc>
          <a:spcPct val="90000"/>
        </a:lnSpc>
        <a:spcBef>
          <a:spcPct val="0"/>
        </a:spcBef>
        <a:spcAft>
          <a:spcPct val="0"/>
        </a:spcAft>
        <a:defRPr sz="2400" b="1">
          <a:solidFill>
            <a:schemeClr val="tx2"/>
          </a:solidFill>
          <a:latin typeface="Arial" charset="0"/>
        </a:defRPr>
      </a:lvl3pPr>
      <a:lvl4pPr algn="l" defTabSz="765572" rtl="0" eaLnBrk="1" fontAlgn="base" hangingPunct="1">
        <a:lnSpc>
          <a:spcPct val="90000"/>
        </a:lnSpc>
        <a:spcBef>
          <a:spcPct val="0"/>
        </a:spcBef>
        <a:spcAft>
          <a:spcPct val="0"/>
        </a:spcAft>
        <a:defRPr sz="2400" b="1">
          <a:solidFill>
            <a:schemeClr val="tx2"/>
          </a:solidFill>
          <a:latin typeface="Arial" charset="0"/>
        </a:defRPr>
      </a:lvl4pPr>
      <a:lvl5pPr algn="l" defTabSz="765572" rtl="0" eaLnBrk="1" fontAlgn="base" hangingPunct="1">
        <a:lnSpc>
          <a:spcPct val="90000"/>
        </a:lnSpc>
        <a:spcBef>
          <a:spcPct val="0"/>
        </a:spcBef>
        <a:spcAft>
          <a:spcPct val="0"/>
        </a:spcAft>
        <a:defRPr sz="2400" b="1">
          <a:solidFill>
            <a:schemeClr val="tx2"/>
          </a:solidFill>
          <a:latin typeface="Arial" charset="0"/>
        </a:defRPr>
      </a:lvl5pPr>
      <a:lvl6pPr marL="342900" algn="l" defTabSz="765572" rtl="0" eaLnBrk="1" fontAlgn="base" hangingPunct="1">
        <a:lnSpc>
          <a:spcPct val="90000"/>
        </a:lnSpc>
        <a:spcBef>
          <a:spcPct val="0"/>
        </a:spcBef>
        <a:spcAft>
          <a:spcPct val="0"/>
        </a:spcAft>
        <a:defRPr sz="2400" b="1">
          <a:solidFill>
            <a:schemeClr val="tx2"/>
          </a:solidFill>
          <a:latin typeface="Arial" charset="0"/>
        </a:defRPr>
      </a:lvl6pPr>
      <a:lvl7pPr marL="685800" algn="l" defTabSz="765572" rtl="0" eaLnBrk="1" fontAlgn="base" hangingPunct="1">
        <a:lnSpc>
          <a:spcPct val="90000"/>
        </a:lnSpc>
        <a:spcBef>
          <a:spcPct val="0"/>
        </a:spcBef>
        <a:spcAft>
          <a:spcPct val="0"/>
        </a:spcAft>
        <a:defRPr sz="2400" b="1">
          <a:solidFill>
            <a:schemeClr val="tx2"/>
          </a:solidFill>
          <a:latin typeface="Arial" charset="0"/>
        </a:defRPr>
      </a:lvl7pPr>
      <a:lvl8pPr marL="1028700" algn="l" defTabSz="765572" rtl="0" eaLnBrk="1" fontAlgn="base" hangingPunct="1">
        <a:lnSpc>
          <a:spcPct val="90000"/>
        </a:lnSpc>
        <a:spcBef>
          <a:spcPct val="0"/>
        </a:spcBef>
        <a:spcAft>
          <a:spcPct val="0"/>
        </a:spcAft>
        <a:defRPr sz="2400" b="1">
          <a:solidFill>
            <a:schemeClr val="tx2"/>
          </a:solidFill>
          <a:latin typeface="Arial" charset="0"/>
        </a:defRPr>
      </a:lvl8pPr>
      <a:lvl9pPr marL="1371600" algn="l" defTabSz="765572" rtl="0" eaLnBrk="1" fontAlgn="base" hangingPunct="1">
        <a:lnSpc>
          <a:spcPct val="90000"/>
        </a:lnSpc>
        <a:spcBef>
          <a:spcPct val="0"/>
        </a:spcBef>
        <a:spcAft>
          <a:spcPct val="0"/>
        </a:spcAft>
        <a:defRPr sz="2400" b="1">
          <a:solidFill>
            <a:schemeClr val="tx2"/>
          </a:solidFill>
          <a:latin typeface="Arial" charset="0"/>
        </a:defRPr>
      </a:lvl9pPr>
    </p:titleStyle>
    <p:bodyStyle>
      <a:lvl1pPr marL="127397" indent="-127397" algn="l" defTabSz="615554" rtl="0" eaLnBrk="1" fontAlgn="base" hangingPunct="1">
        <a:lnSpc>
          <a:spcPct val="90000"/>
        </a:lnSpc>
        <a:spcBef>
          <a:spcPct val="30000"/>
        </a:spcBef>
        <a:spcAft>
          <a:spcPct val="0"/>
        </a:spcAft>
        <a:buClr>
          <a:schemeClr val="tx2"/>
        </a:buClr>
        <a:buFont typeface="Wingdings" pitchFamily="2" charset="2"/>
        <a:buChar char="§"/>
        <a:defRPr sz="1650" b="0">
          <a:solidFill>
            <a:schemeClr val="tx1">
              <a:lumMod val="75000"/>
              <a:lumOff val="25000"/>
            </a:schemeClr>
          </a:solidFill>
          <a:latin typeface="+mn-lt"/>
          <a:ea typeface="+mn-ea"/>
          <a:cs typeface="+mn-cs"/>
        </a:defRPr>
      </a:lvl1pPr>
      <a:lvl2pPr marL="282179" indent="-153591" algn="l" defTabSz="615554" rtl="0" eaLnBrk="1" fontAlgn="base" hangingPunct="1">
        <a:lnSpc>
          <a:spcPct val="90000"/>
        </a:lnSpc>
        <a:spcBef>
          <a:spcPct val="30000"/>
        </a:spcBef>
        <a:spcAft>
          <a:spcPct val="0"/>
        </a:spcAft>
        <a:buClr>
          <a:schemeClr val="tx2"/>
        </a:buClr>
        <a:buFont typeface="Wingdings" pitchFamily="2" charset="2"/>
        <a:buChar char="§"/>
        <a:defRPr sz="1500">
          <a:solidFill>
            <a:schemeClr val="tx1">
              <a:lumMod val="75000"/>
              <a:lumOff val="25000"/>
            </a:schemeClr>
          </a:solidFill>
          <a:latin typeface="+mn-lt"/>
        </a:defRPr>
      </a:lvl2pPr>
      <a:lvl3pPr marL="470297" indent="-139304" algn="l" defTabSz="615554" rtl="0" eaLnBrk="1" fontAlgn="base" hangingPunct="1">
        <a:lnSpc>
          <a:spcPct val="90000"/>
        </a:lnSpc>
        <a:spcBef>
          <a:spcPct val="30000"/>
        </a:spcBef>
        <a:spcAft>
          <a:spcPct val="0"/>
        </a:spcAft>
        <a:buClr>
          <a:schemeClr val="tx2"/>
        </a:buClr>
        <a:buFont typeface="Arial" charset="0"/>
        <a:buChar char="–"/>
        <a:defRPr>
          <a:solidFill>
            <a:schemeClr val="tx1">
              <a:lumMod val="75000"/>
              <a:lumOff val="25000"/>
            </a:schemeClr>
          </a:solidFill>
          <a:latin typeface="+mn-lt"/>
        </a:defRPr>
      </a:lvl3pPr>
      <a:lvl4pPr marL="594122" indent="-122635" algn="l" defTabSz="615554" rtl="0" eaLnBrk="1" fontAlgn="base" hangingPunct="1">
        <a:lnSpc>
          <a:spcPct val="90000"/>
        </a:lnSpc>
        <a:spcBef>
          <a:spcPct val="30000"/>
        </a:spcBef>
        <a:spcAft>
          <a:spcPct val="0"/>
        </a:spcAft>
        <a:buClr>
          <a:schemeClr val="tx2"/>
        </a:buClr>
        <a:buFont typeface="Arial" charset="0"/>
        <a:buChar char="–"/>
        <a:defRPr>
          <a:solidFill>
            <a:schemeClr val="tx1">
              <a:lumMod val="75000"/>
              <a:lumOff val="25000"/>
            </a:schemeClr>
          </a:solidFill>
          <a:latin typeface="+mn-lt"/>
        </a:defRPr>
      </a:lvl4pPr>
      <a:lvl5pPr marL="7179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lumMod val="75000"/>
              <a:lumOff val="25000"/>
            </a:schemeClr>
          </a:solidFill>
          <a:latin typeface="+mn-lt"/>
        </a:defRPr>
      </a:lvl5pPr>
      <a:lvl6pPr marL="10608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6pPr>
      <a:lvl7pPr marL="14037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7pPr>
      <a:lvl8pPr marL="17466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8pPr>
      <a:lvl9pPr marL="20895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Boeing 12 column grid" hidden="1"/>
          <p:cNvGrpSpPr/>
          <p:nvPr/>
        </p:nvGrpSpPr>
        <p:grpSpPr>
          <a:xfrm>
            <a:off x="-4" y="456356"/>
            <a:ext cx="12192015" cy="5958732"/>
            <a:chOff x="-3" y="456356"/>
            <a:chExt cx="9144011" cy="5958732"/>
          </a:xfrm>
        </p:grpSpPr>
        <p:cxnSp>
          <p:nvCxnSpPr>
            <p:cNvPr id="9" name="Straight Connector 8"/>
            <p:cNvCxnSpPr/>
            <p:nvPr userDrawn="1"/>
          </p:nvCxnSpPr>
          <p:spPr>
            <a:xfrm>
              <a:off x="471778" y="995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p:cNvCxnSpPr/>
            <p:nvPr userDrawn="1"/>
          </p:nvCxnSpPr>
          <p:spPr>
            <a:xfrm>
              <a:off x="471778" y="1291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p:cNvCxnSpPr/>
            <p:nvPr userDrawn="1"/>
          </p:nvCxnSpPr>
          <p:spPr>
            <a:xfrm>
              <a:off x="471778" y="213699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p:cNvCxnSpPr/>
            <p:nvPr userDrawn="1"/>
          </p:nvCxnSpPr>
          <p:spPr>
            <a:xfrm>
              <a:off x="471778" y="243245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userDrawn="1"/>
          </p:nvCxnSpPr>
          <p:spPr>
            <a:xfrm>
              <a:off x="471778" y="3288274"/>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userDrawn="1"/>
          </p:nvCxnSpPr>
          <p:spPr>
            <a:xfrm>
              <a:off x="471778" y="3583735"/>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p:cNvCxnSpPr/>
            <p:nvPr userDrawn="1"/>
          </p:nvCxnSpPr>
          <p:spPr>
            <a:xfrm>
              <a:off x="471778" y="4424269"/>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p:cNvCxnSpPr/>
            <p:nvPr userDrawn="1"/>
          </p:nvCxnSpPr>
          <p:spPr>
            <a:xfrm>
              <a:off x="471778" y="4719730"/>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userDrawn="1"/>
          </p:nvCxnSpPr>
          <p:spPr>
            <a:xfrm>
              <a:off x="471778" y="5567906"/>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p:cNvCxnSpPr/>
            <p:nvPr userDrawn="1"/>
          </p:nvCxnSpPr>
          <p:spPr>
            <a:xfrm>
              <a:off x="471778" y="5863367"/>
              <a:ext cx="8211312" cy="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19" name="Rectangle 18"/>
            <p:cNvSpPr/>
            <p:nvPr userDrawn="1"/>
          </p:nvSpPr>
          <p:spPr>
            <a:xfrm>
              <a:off x="463550" y="456356"/>
              <a:ext cx="8223250" cy="5944444"/>
            </a:xfrm>
            <a:prstGeom prst="rect">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1650" dirty="0">
                <a:solidFill>
                  <a:srgbClr val="FFFFFF"/>
                </a:solidFill>
              </a:endParaRPr>
            </a:p>
          </p:txBody>
        </p:sp>
        <p:cxnSp>
          <p:nvCxnSpPr>
            <p:cNvPr id="20" name="Straight Connector 19"/>
            <p:cNvCxnSpPr/>
            <p:nvPr userDrawn="1"/>
          </p:nvCxnSpPr>
          <p:spPr>
            <a:xfrm>
              <a:off x="471782" y="1143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p:cNvCxnSpPr/>
            <p:nvPr userDrawn="1"/>
          </p:nvCxnSpPr>
          <p:spPr>
            <a:xfrm>
              <a:off x="-3" y="2284726"/>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p:cNvCxnSpPr/>
            <p:nvPr userDrawn="1"/>
          </p:nvCxnSpPr>
          <p:spPr>
            <a:xfrm>
              <a:off x="380" y="3429000"/>
              <a:ext cx="9143628" cy="7005"/>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p:cNvCxnSpPr/>
            <p:nvPr userDrawn="1"/>
          </p:nvCxnSpPr>
          <p:spPr>
            <a:xfrm>
              <a:off x="-3" y="4572000"/>
              <a:ext cx="9143998" cy="0"/>
            </a:xfrm>
            <a:prstGeom prst="line">
              <a:avLst/>
            </a:prstGeom>
            <a:noFill/>
            <a:ln w="190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p:cNvCxnSpPr/>
            <p:nvPr userDrawn="1"/>
          </p:nvCxnSpPr>
          <p:spPr>
            <a:xfrm>
              <a:off x="471782" y="5715637"/>
              <a:ext cx="8211312" cy="0"/>
            </a:xfrm>
            <a:prstGeom prst="line">
              <a:avLst/>
            </a:prstGeom>
            <a:noFill/>
            <a:ln w="6350">
              <a:solidFill>
                <a:schemeClr val="accent1">
                  <a:lumMod val="20000"/>
                  <a:lumOff val="80000"/>
                </a:schemeClr>
              </a:solidFill>
              <a:prstDash val="lgDash"/>
            </a:ln>
          </p:spPr>
          <p:style>
            <a:lnRef idx="2">
              <a:schemeClr val="accent1">
                <a:shade val="50000"/>
              </a:schemeClr>
            </a:lnRef>
            <a:fillRef idx="1">
              <a:schemeClr val="accent1"/>
            </a:fillRef>
            <a:effectRef idx="0">
              <a:schemeClr val="accent1"/>
            </a:effectRef>
            <a:fontRef idx="minor">
              <a:schemeClr val="lt1"/>
            </a:fontRef>
          </p:style>
        </p:cxnSp>
        <p:grpSp>
          <p:nvGrpSpPr>
            <p:cNvPr id="25" name="Group 24"/>
            <p:cNvGrpSpPr/>
            <p:nvPr userDrawn="1"/>
          </p:nvGrpSpPr>
          <p:grpSpPr>
            <a:xfrm>
              <a:off x="1001862" y="457200"/>
              <a:ext cx="7135564" cy="5957888"/>
              <a:chOff x="1001862" y="0"/>
              <a:chExt cx="7135564" cy="6858000"/>
            </a:xfrm>
          </p:grpSpPr>
          <p:cxnSp>
            <p:nvCxnSpPr>
              <p:cNvPr id="26" name="Straight Connector 25"/>
              <p:cNvCxnSpPr/>
              <p:nvPr/>
            </p:nvCxnSpPr>
            <p:spPr>
              <a:xfrm>
                <a:off x="4570813" y="0"/>
                <a:ext cx="0" cy="6858000"/>
              </a:xfrm>
              <a:prstGeom prst="line">
                <a:avLst/>
              </a:prstGeom>
              <a:noFill/>
              <a:ln w="6350">
                <a:solidFill>
                  <a:schemeClr val="accent1">
                    <a:lumMod val="20000"/>
                    <a:lumOff val="8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0"/>
              <p:cNvCxnSpPr/>
              <p:nvPr/>
            </p:nvCxnSpPr>
            <p:spPr>
              <a:xfrm>
                <a:off x="100186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15"/>
              <p:cNvCxnSpPr/>
              <p:nvPr/>
            </p:nvCxnSpPr>
            <p:spPr>
              <a:xfrm>
                <a:off x="1154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p:cNvCxnSpPr/>
              <p:nvPr/>
            </p:nvCxnSpPr>
            <p:spPr>
              <a:xfrm>
                <a:off x="1699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p:cNvCxnSpPr/>
              <p:nvPr/>
            </p:nvCxnSpPr>
            <p:spPr>
              <a:xfrm>
                <a:off x="1852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p:cNvCxnSpPr/>
              <p:nvPr/>
            </p:nvCxnSpPr>
            <p:spPr>
              <a:xfrm>
                <a:off x="239306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p:cNvCxnSpPr/>
              <p:nvPr/>
            </p:nvCxnSpPr>
            <p:spPr>
              <a:xfrm>
                <a:off x="533871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p:nvPr/>
            </p:nvCxnSpPr>
            <p:spPr>
              <a:xfrm>
                <a:off x="2551789"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p:cNvCxnSpPr/>
              <p:nvPr userDrawn="1"/>
            </p:nvCxnSpPr>
            <p:spPr>
              <a:xfrm>
                <a:off x="3095851"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p:cNvCxnSpPr/>
              <p:nvPr userDrawn="1"/>
            </p:nvCxnSpPr>
            <p:spPr>
              <a:xfrm>
                <a:off x="3249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p:cNvCxnSpPr/>
              <p:nvPr userDrawn="1"/>
            </p:nvCxnSpPr>
            <p:spPr>
              <a:xfrm>
                <a:off x="3795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p:cNvCxnSpPr/>
              <p:nvPr userDrawn="1"/>
            </p:nvCxnSpPr>
            <p:spPr>
              <a:xfrm>
                <a:off x="3944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p:cNvCxnSpPr/>
              <p:nvPr userDrawn="1"/>
            </p:nvCxnSpPr>
            <p:spPr>
              <a:xfrm>
                <a:off x="4493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p:cNvCxnSpPr/>
              <p:nvPr userDrawn="1"/>
            </p:nvCxnSpPr>
            <p:spPr>
              <a:xfrm>
                <a:off x="4641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p:cNvCxnSpPr/>
              <p:nvPr userDrawn="1"/>
            </p:nvCxnSpPr>
            <p:spPr>
              <a:xfrm>
                <a:off x="5191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p:cNvCxnSpPr/>
              <p:nvPr userDrawn="1"/>
            </p:nvCxnSpPr>
            <p:spPr>
              <a:xfrm>
                <a:off x="813742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p:cNvCxnSpPr/>
              <p:nvPr userDrawn="1"/>
            </p:nvCxnSpPr>
            <p:spPr>
              <a:xfrm>
                <a:off x="5885138"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p:cNvCxnSpPr/>
              <p:nvPr userDrawn="1"/>
            </p:nvCxnSpPr>
            <p:spPr>
              <a:xfrm>
                <a:off x="604398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p:cNvCxnSpPr/>
              <p:nvPr userDrawn="1"/>
            </p:nvCxnSpPr>
            <p:spPr>
              <a:xfrm>
                <a:off x="6589602"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p:cNvCxnSpPr/>
              <p:nvPr userDrawn="1"/>
            </p:nvCxnSpPr>
            <p:spPr>
              <a:xfrm>
                <a:off x="6738076"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p:cNvCxnSpPr/>
              <p:nvPr userDrawn="1"/>
            </p:nvCxnSpPr>
            <p:spPr>
              <a:xfrm>
                <a:off x="728768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p:cNvCxnSpPr/>
              <p:nvPr userDrawn="1"/>
            </p:nvCxnSpPr>
            <p:spPr>
              <a:xfrm>
                <a:off x="7435440"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p:cNvCxnSpPr/>
              <p:nvPr userDrawn="1"/>
            </p:nvCxnSpPr>
            <p:spPr>
              <a:xfrm>
                <a:off x="7985773" y="0"/>
                <a:ext cx="0" cy="6858000"/>
              </a:xfrm>
              <a:prstGeom prst="line">
                <a:avLst/>
              </a:prstGeom>
              <a:noFill/>
              <a:ln w="6350">
                <a:solidFill>
                  <a:schemeClr val="accent1">
                    <a:lumMod val="20000"/>
                    <a:lumOff val="80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grpSp>
      </p:grpSp>
      <p:sp>
        <p:nvSpPr>
          <p:cNvPr id="11267" name="Rectangle 3"/>
          <p:cNvSpPr>
            <a:spLocks noGrp="1" noChangeArrowheads="1"/>
          </p:cNvSpPr>
          <p:nvPr>
            <p:ph type="title"/>
          </p:nvPr>
        </p:nvSpPr>
        <p:spPr bwMode="auto">
          <a:xfrm>
            <a:off x="607486" y="683980"/>
            <a:ext cx="10976889" cy="290849"/>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p>
            <a:pPr lvl="0"/>
            <a:r>
              <a:rPr lang="en-US" smtClean="0"/>
              <a:t>Click to edit Master title style</a:t>
            </a:r>
            <a:endParaRPr lang="en-US" dirty="0" smtClean="0"/>
          </a:p>
        </p:txBody>
      </p:sp>
      <p:sp>
        <p:nvSpPr>
          <p:cNvPr id="11268" name="Rectangle 4"/>
          <p:cNvSpPr>
            <a:spLocks noGrp="1" noChangeArrowheads="1"/>
          </p:cNvSpPr>
          <p:nvPr>
            <p:ph type="body" idx="1"/>
          </p:nvPr>
        </p:nvSpPr>
        <p:spPr bwMode="auto">
          <a:xfrm>
            <a:off x="607485" y="1470347"/>
            <a:ext cx="10980835" cy="1391920"/>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1270" name="Rectangle 6"/>
          <p:cNvSpPr>
            <a:spLocks noGrp="1" noChangeArrowheads="1"/>
          </p:cNvSpPr>
          <p:nvPr>
            <p:ph type="sldNum" sz="quarter" idx="4"/>
          </p:nvPr>
        </p:nvSpPr>
        <p:spPr bwMode="auto">
          <a:xfrm>
            <a:off x="9260417" y="6532563"/>
            <a:ext cx="2377016" cy="246062"/>
          </a:xfrm>
          <a:prstGeom prst="rect">
            <a:avLst/>
          </a:prstGeom>
          <a:noFill/>
          <a:ln w="9525">
            <a:noFill/>
            <a:miter lim="800000"/>
            <a:headEnd/>
            <a:tailEnd/>
          </a:ln>
          <a:effectLst/>
        </p:spPr>
        <p:txBody>
          <a:bodyPr vert="horz" wrap="square" lIns="9144" tIns="9144" rIns="9144" bIns="9144" numCol="1" anchor="b" anchorCtr="0" compatLnSpc="1">
            <a:prstTxWarp prst="textNoShape">
              <a:avLst/>
            </a:prstTxWarp>
          </a:bodyPr>
          <a:lstStyle>
            <a:lvl1pPr algn="r" eaLnBrk="0" hangingPunct="0">
              <a:defRPr sz="450">
                <a:solidFill>
                  <a:schemeClr val="bg1">
                    <a:lumMod val="50000"/>
                  </a:schemeClr>
                </a:solidFill>
                <a:latin typeface="+mj-lt"/>
              </a:defRPr>
            </a:lvl1pPr>
          </a:lstStyle>
          <a:p>
            <a:pPr fontAlgn="base">
              <a:spcBef>
                <a:spcPct val="0"/>
              </a:spcBef>
              <a:spcAft>
                <a:spcPct val="0"/>
              </a:spcAft>
            </a:pPr>
            <a:r>
              <a:rPr lang="en-US" sz="750" dirty="0" smtClean="0">
                <a:solidFill>
                  <a:srgbClr val="FFFFFF">
                    <a:lumMod val="50000"/>
                  </a:srgbClr>
                </a:solidFill>
              </a:rPr>
              <a:t>| </a:t>
            </a:r>
            <a:fld id="{689318A1-174D-4DEE-8106-03A37B9BCF15}" type="slidenum">
              <a:rPr lang="en-US" sz="750" smtClean="0">
                <a:solidFill>
                  <a:srgbClr val="FFFFFF">
                    <a:lumMod val="50000"/>
                  </a:srgbClr>
                </a:solidFill>
              </a:rPr>
              <a:pPr fontAlgn="base">
                <a:spcBef>
                  <a:spcPct val="0"/>
                </a:spcBef>
                <a:spcAft>
                  <a:spcPct val="0"/>
                </a:spcAft>
              </a:pPr>
              <a:t>‹#›</a:t>
            </a:fld>
            <a:endParaRPr lang="en-US" sz="750" dirty="0">
              <a:solidFill>
                <a:srgbClr val="FFFFFF">
                  <a:lumMod val="50000"/>
                </a:srgbClr>
              </a:solidFill>
            </a:endParaRPr>
          </a:p>
        </p:txBody>
      </p:sp>
      <p:sp>
        <p:nvSpPr>
          <p:cNvPr id="49" name="Line 32"/>
          <p:cNvSpPr>
            <a:spLocks noChangeShapeType="1"/>
          </p:cNvSpPr>
          <p:nvPr userDrawn="1"/>
        </p:nvSpPr>
        <p:spPr bwMode="auto">
          <a:xfrm>
            <a:off x="609600" y="1009650"/>
            <a:ext cx="10972800" cy="0"/>
          </a:xfrm>
          <a:prstGeom prst="line">
            <a:avLst/>
          </a:prstGeom>
          <a:noFill/>
          <a:ln w="25400">
            <a:solidFill>
              <a:schemeClr val="bg2"/>
            </a:solidFill>
            <a:round/>
            <a:headEnd type="none" w="sm" len="sm"/>
            <a:tailEnd type="none" w="sm" len="sm"/>
          </a:ln>
          <a:effectLst/>
        </p:spPr>
        <p:txBody>
          <a:bodyPr/>
          <a:lstStyle/>
          <a:p>
            <a:pPr eaLnBrk="0" fontAlgn="base" hangingPunct="0">
              <a:spcBef>
                <a:spcPct val="0"/>
              </a:spcBef>
              <a:spcAft>
                <a:spcPct val="0"/>
              </a:spcAft>
              <a:defRPr/>
            </a:pPr>
            <a:endParaRPr lang="en-US" sz="1650" dirty="0">
              <a:solidFill>
                <a:srgbClr val="000000"/>
              </a:solidFill>
              <a:latin typeface="Times" pitchFamily="18" charset="0"/>
            </a:endParaRPr>
          </a:p>
        </p:txBody>
      </p:sp>
    </p:spTree>
    <p:extLst>
      <p:ext uri="{BB962C8B-B14F-4D97-AF65-F5344CB8AC3E}">
        <p14:creationId xmlns:p14="http://schemas.microsoft.com/office/powerpoint/2010/main" val="265726066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p:txStyles>
    <p:titleStyle>
      <a:lvl1pPr algn="l" defTabSz="765572" rtl="0" eaLnBrk="1" fontAlgn="base" hangingPunct="1">
        <a:lnSpc>
          <a:spcPct val="90000"/>
        </a:lnSpc>
        <a:spcBef>
          <a:spcPct val="0"/>
        </a:spcBef>
        <a:spcAft>
          <a:spcPct val="0"/>
        </a:spcAft>
        <a:defRPr sz="2100" b="0">
          <a:solidFill>
            <a:schemeClr val="tx2"/>
          </a:solidFill>
          <a:latin typeface="+mj-lt"/>
          <a:ea typeface="+mj-ea"/>
          <a:cs typeface="+mj-cs"/>
        </a:defRPr>
      </a:lvl1pPr>
      <a:lvl2pPr algn="l" defTabSz="765572" rtl="0" eaLnBrk="1" fontAlgn="base" hangingPunct="1">
        <a:lnSpc>
          <a:spcPct val="90000"/>
        </a:lnSpc>
        <a:spcBef>
          <a:spcPct val="0"/>
        </a:spcBef>
        <a:spcAft>
          <a:spcPct val="0"/>
        </a:spcAft>
        <a:defRPr sz="2400" b="1">
          <a:solidFill>
            <a:schemeClr val="tx2"/>
          </a:solidFill>
          <a:latin typeface="Arial" charset="0"/>
        </a:defRPr>
      </a:lvl2pPr>
      <a:lvl3pPr algn="l" defTabSz="765572" rtl="0" eaLnBrk="1" fontAlgn="base" hangingPunct="1">
        <a:lnSpc>
          <a:spcPct val="90000"/>
        </a:lnSpc>
        <a:spcBef>
          <a:spcPct val="0"/>
        </a:spcBef>
        <a:spcAft>
          <a:spcPct val="0"/>
        </a:spcAft>
        <a:defRPr sz="2400" b="1">
          <a:solidFill>
            <a:schemeClr val="tx2"/>
          </a:solidFill>
          <a:latin typeface="Arial" charset="0"/>
        </a:defRPr>
      </a:lvl3pPr>
      <a:lvl4pPr algn="l" defTabSz="765572" rtl="0" eaLnBrk="1" fontAlgn="base" hangingPunct="1">
        <a:lnSpc>
          <a:spcPct val="90000"/>
        </a:lnSpc>
        <a:spcBef>
          <a:spcPct val="0"/>
        </a:spcBef>
        <a:spcAft>
          <a:spcPct val="0"/>
        </a:spcAft>
        <a:defRPr sz="2400" b="1">
          <a:solidFill>
            <a:schemeClr val="tx2"/>
          </a:solidFill>
          <a:latin typeface="Arial" charset="0"/>
        </a:defRPr>
      </a:lvl4pPr>
      <a:lvl5pPr algn="l" defTabSz="765572" rtl="0" eaLnBrk="1" fontAlgn="base" hangingPunct="1">
        <a:lnSpc>
          <a:spcPct val="90000"/>
        </a:lnSpc>
        <a:spcBef>
          <a:spcPct val="0"/>
        </a:spcBef>
        <a:spcAft>
          <a:spcPct val="0"/>
        </a:spcAft>
        <a:defRPr sz="2400" b="1">
          <a:solidFill>
            <a:schemeClr val="tx2"/>
          </a:solidFill>
          <a:latin typeface="Arial" charset="0"/>
        </a:defRPr>
      </a:lvl5pPr>
      <a:lvl6pPr marL="342900" algn="l" defTabSz="765572" rtl="0" eaLnBrk="1" fontAlgn="base" hangingPunct="1">
        <a:lnSpc>
          <a:spcPct val="90000"/>
        </a:lnSpc>
        <a:spcBef>
          <a:spcPct val="0"/>
        </a:spcBef>
        <a:spcAft>
          <a:spcPct val="0"/>
        </a:spcAft>
        <a:defRPr sz="2400" b="1">
          <a:solidFill>
            <a:schemeClr val="tx2"/>
          </a:solidFill>
          <a:latin typeface="Arial" charset="0"/>
        </a:defRPr>
      </a:lvl6pPr>
      <a:lvl7pPr marL="685800" algn="l" defTabSz="765572" rtl="0" eaLnBrk="1" fontAlgn="base" hangingPunct="1">
        <a:lnSpc>
          <a:spcPct val="90000"/>
        </a:lnSpc>
        <a:spcBef>
          <a:spcPct val="0"/>
        </a:spcBef>
        <a:spcAft>
          <a:spcPct val="0"/>
        </a:spcAft>
        <a:defRPr sz="2400" b="1">
          <a:solidFill>
            <a:schemeClr val="tx2"/>
          </a:solidFill>
          <a:latin typeface="Arial" charset="0"/>
        </a:defRPr>
      </a:lvl7pPr>
      <a:lvl8pPr marL="1028700" algn="l" defTabSz="765572" rtl="0" eaLnBrk="1" fontAlgn="base" hangingPunct="1">
        <a:lnSpc>
          <a:spcPct val="90000"/>
        </a:lnSpc>
        <a:spcBef>
          <a:spcPct val="0"/>
        </a:spcBef>
        <a:spcAft>
          <a:spcPct val="0"/>
        </a:spcAft>
        <a:defRPr sz="2400" b="1">
          <a:solidFill>
            <a:schemeClr val="tx2"/>
          </a:solidFill>
          <a:latin typeface="Arial" charset="0"/>
        </a:defRPr>
      </a:lvl8pPr>
      <a:lvl9pPr marL="1371600" algn="l" defTabSz="765572" rtl="0" eaLnBrk="1" fontAlgn="base" hangingPunct="1">
        <a:lnSpc>
          <a:spcPct val="90000"/>
        </a:lnSpc>
        <a:spcBef>
          <a:spcPct val="0"/>
        </a:spcBef>
        <a:spcAft>
          <a:spcPct val="0"/>
        </a:spcAft>
        <a:defRPr sz="2400" b="1">
          <a:solidFill>
            <a:schemeClr val="tx2"/>
          </a:solidFill>
          <a:latin typeface="Arial" charset="0"/>
        </a:defRPr>
      </a:lvl9pPr>
    </p:titleStyle>
    <p:bodyStyle>
      <a:lvl1pPr marL="127397" indent="-127397" algn="l" defTabSz="615554" rtl="0" eaLnBrk="1" fontAlgn="base" hangingPunct="1">
        <a:lnSpc>
          <a:spcPct val="90000"/>
        </a:lnSpc>
        <a:spcBef>
          <a:spcPct val="30000"/>
        </a:spcBef>
        <a:spcAft>
          <a:spcPct val="0"/>
        </a:spcAft>
        <a:buClr>
          <a:schemeClr val="tx2"/>
        </a:buClr>
        <a:buFont typeface="Wingdings" pitchFamily="2" charset="2"/>
        <a:buChar char="§"/>
        <a:defRPr sz="1650" b="0">
          <a:solidFill>
            <a:schemeClr val="tx1">
              <a:lumMod val="75000"/>
              <a:lumOff val="25000"/>
            </a:schemeClr>
          </a:solidFill>
          <a:latin typeface="+mn-lt"/>
          <a:ea typeface="+mn-ea"/>
          <a:cs typeface="+mn-cs"/>
        </a:defRPr>
      </a:lvl1pPr>
      <a:lvl2pPr marL="282179" indent="-153591" algn="l" defTabSz="615554" rtl="0" eaLnBrk="1" fontAlgn="base" hangingPunct="1">
        <a:lnSpc>
          <a:spcPct val="90000"/>
        </a:lnSpc>
        <a:spcBef>
          <a:spcPct val="30000"/>
        </a:spcBef>
        <a:spcAft>
          <a:spcPct val="0"/>
        </a:spcAft>
        <a:buClr>
          <a:schemeClr val="tx2"/>
        </a:buClr>
        <a:buFont typeface="Wingdings" pitchFamily="2" charset="2"/>
        <a:buChar char="§"/>
        <a:defRPr sz="1500">
          <a:solidFill>
            <a:schemeClr val="tx1">
              <a:lumMod val="75000"/>
              <a:lumOff val="25000"/>
            </a:schemeClr>
          </a:solidFill>
          <a:latin typeface="+mn-lt"/>
        </a:defRPr>
      </a:lvl2pPr>
      <a:lvl3pPr marL="470297" indent="-139304" algn="l" defTabSz="615554" rtl="0" eaLnBrk="1" fontAlgn="base" hangingPunct="1">
        <a:lnSpc>
          <a:spcPct val="90000"/>
        </a:lnSpc>
        <a:spcBef>
          <a:spcPct val="30000"/>
        </a:spcBef>
        <a:spcAft>
          <a:spcPct val="0"/>
        </a:spcAft>
        <a:buClr>
          <a:schemeClr val="tx2"/>
        </a:buClr>
        <a:buFont typeface="Arial" charset="0"/>
        <a:buChar char="–"/>
        <a:defRPr>
          <a:solidFill>
            <a:schemeClr val="tx1">
              <a:lumMod val="75000"/>
              <a:lumOff val="25000"/>
            </a:schemeClr>
          </a:solidFill>
          <a:latin typeface="+mn-lt"/>
        </a:defRPr>
      </a:lvl3pPr>
      <a:lvl4pPr marL="594122" indent="-122635" algn="l" defTabSz="615554" rtl="0" eaLnBrk="1" fontAlgn="base" hangingPunct="1">
        <a:lnSpc>
          <a:spcPct val="90000"/>
        </a:lnSpc>
        <a:spcBef>
          <a:spcPct val="30000"/>
        </a:spcBef>
        <a:spcAft>
          <a:spcPct val="0"/>
        </a:spcAft>
        <a:buClr>
          <a:schemeClr val="tx2"/>
        </a:buClr>
        <a:buFont typeface="Arial" charset="0"/>
        <a:buChar char="–"/>
        <a:defRPr>
          <a:solidFill>
            <a:schemeClr val="tx1">
              <a:lumMod val="75000"/>
              <a:lumOff val="25000"/>
            </a:schemeClr>
          </a:solidFill>
          <a:latin typeface="+mn-lt"/>
        </a:defRPr>
      </a:lvl4pPr>
      <a:lvl5pPr marL="7179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lumMod val="75000"/>
              <a:lumOff val="25000"/>
            </a:schemeClr>
          </a:solidFill>
          <a:latin typeface="+mn-lt"/>
        </a:defRPr>
      </a:lvl5pPr>
      <a:lvl6pPr marL="10608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6pPr>
      <a:lvl7pPr marL="14037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7pPr>
      <a:lvl8pPr marL="17466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8pPr>
      <a:lvl9pPr marL="2089547" indent="-122635" algn="l" defTabSz="615554" rtl="0" eaLnBrk="1" fontAlgn="base" hangingPunct="1">
        <a:lnSpc>
          <a:spcPct val="90000"/>
        </a:lnSpc>
        <a:spcBef>
          <a:spcPct val="30000"/>
        </a:spcBef>
        <a:spcAft>
          <a:spcPct val="0"/>
        </a:spcAft>
        <a:buClr>
          <a:schemeClr val="tx2"/>
        </a:buClr>
        <a:buFont typeface="Arial" charset="0"/>
        <a:buChar char="–"/>
        <a:defRPr sz="12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file:///C:\Users\vk467c\Documents\Working%20projects%20files\BC-2020\Presentations\Digital%20thread\NMA\Current\20170417%20Deep%20dive\FINAL%20copies\02-20170413%20BCA%20Customer%20Intro%20(003).pptx" TargetMode="External"/><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689318A1-174D-4DEE-8106-03A37B9BCF15}" type="slidenum">
              <a:rPr lang="en-US" sz="1000" smtClean="0">
                <a:solidFill>
                  <a:srgbClr val="FFFFFF">
                    <a:lumMod val="50000"/>
                  </a:srgbClr>
                </a:solidFill>
              </a:rPr>
              <a:pPr/>
              <a:t>1</a:t>
            </a:fld>
            <a:endParaRPr lang="en-US" sz="1000" dirty="0">
              <a:solidFill>
                <a:srgbClr val="FFFFFF">
                  <a:lumMod val="50000"/>
                </a:srgbClr>
              </a:solidFill>
            </a:endParaRPr>
          </a:p>
        </p:txBody>
      </p:sp>
      <p:sp>
        <p:nvSpPr>
          <p:cNvPr id="4" name="Footer Placeholder 3"/>
          <p:cNvSpPr>
            <a:spLocks noGrp="1"/>
          </p:cNvSpPr>
          <p:nvPr>
            <p:ph type="ftr" sz="quarter" idx="12"/>
          </p:nvPr>
        </p:nvSpPr>
        <p:spPr/>
        <p:txBody>
          <a:bodyPr/>
          <a:lstStyle/>
          <a:p>
            <a:r>
              <a:rPr lang="en-US" smtClean="0"/>
              <a:t>BOEING PROPRIETARY</a:t>
            </a:r>
            <a:endParaRPr lang="en-US" dirty="0"/>
          </a:p>
        </p:txBody>
      </p:sp>
      <p:graphicFrame>
        <p:nvGraphicFramePr>
          <p:cNvPr id="7" name="Table 1"/>
          <p:cNvGraphicFramePr>
            <a:graphicFrameLocks noGrp="1"/>
          </p:cNvGraphicFramePr>
          <p:nvPr>
            <p:extLst/>
          </p:nvPr>
        </p:nvGraphicFramePr>
        <p:xfrm>
          <a:off x="209550" y="852282"/>
          <a:ext cx="11715751" cy="6010270"/>
        </p:xfrm>
        <a:graphic>
          <a:graphicData uri="http://schemas.openxmlformats.org/drawingml/2006/table">
            <a:tbl>
              <a:tblPr/>
              <a:tblGrid>
                <a:gridCol w="1131309"/>
                <a:gridCol w="761228"/>
                <a:gridCol w="649339"/>
                <a:gridCol w="659329"/>
                <a:gridCol w="709278"/>
                <a:gridCol w="2857091"/>
                <a:gridCol w="2647306"/>
                <a:gridCol w="2300871"/>
              </a:tblGrid>
              <a:tr h="325971">
                <a:tc>
                  <a:txBody>
                    <a:bodyPr/>
                    <a:lstStyle/>
                    <a:p>
                      <a:pPr algn="ctr" fontAlgn="t"/>
                      <a:r>
                        <a:rPr lang="en-US" sz="1050" b="1" i="0" u="none" strike="noStrike" dirty="0">
                          <a:solidFill>
                            <a:schemeClr val="tx1"/>
                          </a:solidFill>
                          <a:effectLst/>
                          <a:latin typeface="Calibri" panose="020F0502020204030204" pitchFamily="34" charset="0"/>
                        </a:rPr>
                        <a:t>High Priority Standards</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4">
                  <a:txBody>
                    <a:bodyPr/>
                    <a:lstStyle/>
                    <a:p>
                      <a:pPr algn="ctr" fontAlgn="t"/>
                      <a:r>
                        <a:rPr lang="en-US" sz="1050" b="1" i="0" u="none" strike="noStrike" dirty="0" smtClean="0">
                          <a:solidFill>
                            <a:schemeClr val="tx1"/>
                          </a:solidFill>
                          <a:effectLst/>
                          <a:latin typeface="Calibri" panose="020F0502020204030204" pitchFamily="34" charset="0"/>
                        </a:rPr>
                        <a:t>Maturity</a:t>
                      </a:r>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t"/>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t"/>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algn="ctr" fontAlgn="t"/>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a:solidFill>
                            <a:schemeClr val="tx1"/>
                          </a:solidFill>
                          <a:effectLst/>
                          <a:latin typeface="Calibri" panose="020F0502020204030204" pitchFamily="34" charset="0"/>
                        </a:rPr>
                        <a:t>Gaps</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dirty="0">
                          <a:solidFill>
                            <a:schemeClr val="tx1"/>
                          </a:solidFill>
                          <a:effectLst/>
                          <a:latin typeface="Calibri" panose="020F0502020204030204" pitchFamily="34" charset="0"/>
                        </a:rPr>
                        <a:t>Actions to close gaps</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dirty="0">
                          <a:solidFill>
                            <a:schemeClr val="tx1"/>
                          </a:solidFill>
                          <a:effectLst/>
                          <a:latin typeface="Calibri" panose="020F0502020204030204" pitchFamily="34" charset="0"/>
                        </a:rPr>
                        <a:t>Risks to Business</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32886">
                <a:tc>
                  <a:txBody>
                    <a:bodyPr/>
                    <a:lstStyle/>
                    <a:p>
                      <a:pPr algn="ctr" fontAlgn="t"/>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dirty="0" smtClean="0">
                          <a:solidFill>
                            <a:schemeClr val="tx1"/>
                          </a:solidFill>
                          <a:effectLst/>
                          <a:latin typeface="Calibri" panose="020F0502020204030204" pitchFamily="34" charset="0"/>
                        </a:rPr>
                        <a:t>Standard</a:t>
                      </a:r>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dirty="0" smtClean="0">
                          <a:solidFill>
                            <a:schemeClr val="tx1"/>
                          </a:solidFill>
                          <a:effectLst/>
                          <a:latin typeface="Calibri" panose="020F0502020204030204" pitchFamily="34" charset="0"/>
                        </a:rPr>
                        <a:t>Software</a:t>
                      </a:r>
                      <a:r>
                        <a:rPr lang="en-US" sz="1050" b="1" i="0" u="none" strike="noStrike" baseline="0" dirty="0" smtClean="0">
                          <a:solidFill>
                            <a:schemeClr val="tx1"/>
                          </a:solidFill>
                          <a:effectLst/>
                          <a:latin typeface="Calibri" panose="020F0502020204030204" pitchFamily="34" charset="0"/>
                        </a:rPr>
                        <a:t> Tools</a:t>
                      </a:r>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dirty="0" smtClean="0">
                          <a:solidFill>
                            <a:schemeClr val="tx1"/>
                          </a:solidFill>
                          <a:effectLst/>
                          <a:latin typeface="Calibri" panose="020F0502020204030204" pitchFamily="34" charset="0"/>
                        </a:rPr>
                        <a:t>Boeing</a:t>
                      </a:r>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US" sz="1050" b="1" i="0" u="none" strike="noStrike" dirty="0" smtClean="0">
                          <a:solidFill>
                            <a:schemeClr val="tx1"/>
                          </a:solidFill>
                          <a:effectLst/>
                          <a:latin typeface="Calibri" panose="020F0502020204030204" pitchFamily="34" charset="0"/>
                        </a:rPr>
                        <a:t>Industry</a:t>
                      </a:r>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050" b="1" i="0" u="none" strike="noStrike">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050" b="1" i="0" u="none" strike="noStrike">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US" sz="1050" b="1"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5733">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Model Based Definition (AP242)</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Part type</a:t>
                      </a:r>
                      <a:r>
                        <a:rPr lang="en-US" sz="1050" b="0" i="0" u="none" strike="noStrike" baseline="0" dirty="0" smtClean="0">
                          <a:solidFill>
                            <a:schemeClr val="tx1"/>
                          </a:solidFill>
                          <a:effectLst/>
                          <a:latin typeface="Calibri" panose="020F0502020204030204" pitchFamily="34" charset="0"/>
                        </a:rPr>
                        <a:t> specific design parameters. Incomplete vendor implementations. Incomplete supply chain implementations.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Developing</a:t>
                      </a:r>
                      <a:r>
                        <a:rPr lang="en-US" sz="1050" b="0" i="0" u="none" strike="noStrike" baseline="0" dirty="0" smtClean="0">
                          <a:solidFill>
                            <a:schemeClr val="tx1"/>
                          </a:solidFill>
                          <a:effectLst/>
                          <a:latin typeface="Calibri" panose="020F0502020204030204" pitchFamily="34" charset="0"/>
                        </a:rPr>
                        <a:t> proposed standard content for part design parameters. Engaged in industry implementation forums.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Inability to feed digital threads with standardized</a:t>
                      </a:r>
                      <a:r>
                        <a:rPr lang="en-US" sz="1050" b="0" i="0" u="none" strike="noStrike" baseline="0" dirty="0" smtClean="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MBD </a:t>
                      </a:r>
                      <a:r>
                        <a:rPr lang="en-US" sz="1050" b="0" i="0" u="none" strike="noStrike" smtClean="0">
                          <a:solidFill>
                            <a:schemeClr val="tx1"/>
                          </a:solidFill>
                          <a:effectLst/>
                          <a:latin typeface="Calibri" panose="020F0502020204030204" pitchFamily="34" charset="0"/>
                        </a:rPr>
                        <a:t>dataw</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5971">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Product Lifecycle Support (AP239)</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Integration with ILS standards. Limited vendor implementation</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Leading working team engaging</a:t>
                      </a:r>
                      <a:r>
                        <a:rPr lang="en-US" sz="1050" b="0" i="0" u="none" strike="noStrike" baseline="0" dirty="0" smtClean="0">
                          <a:solidFill>
                            <a:schemeClr val="tx1"/>
                          </a:solidFill>
                          <a:effectLst/>
                          <a:latin typeface="Calibri" panose="020F0502020204030204" pitchFamily="34" charset="0"/>
                        </a:rPr>
                        <a:t> with ILS standards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Failure to comply with US DoD and NATO</a:t>
                      </a:r>
                      <a:r>
                        <a:rPr lang="en-US" sz="1050" b="0" i="0" u="none" strike="noStrike" baseline="0" dirty="0" smtClean="0">
                          <a:solidFill>
                            <a:schemeClr val="tx1"/>
                          </a:solidFill>
                          <a:effectLst/>
                          <a:latin typeface="Calibri" panose="020F0502020204030204" pitchFamily="34" charset="0"/>
                        </a:rPr>
                        <a:t> requirements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5733">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Model Based System Engineering (</a:t>
                      </a:r>
                      <a:r>
                        <a:rPr lang="en-US" sz="1050" b="0" i="0" u="none" strike="noStrike" dirty="0" err="1">
                          <a:solidFill>
                            <a:schemeClr val="tx1"/>
                          </a:solidFill>
                          <a:effectLst/>
                          <a:latin typeface="Calibri" panose="020F0502020204030204" pitchFamily="34" charset="0"/>
                          <a:hlinkClick r:id="" action="ppaction://noaction"/>
                        </a:rPr>
                        <a:t>SysML</a:t>
                      </a:r>
                      <a:r>
                        <a:rPr lang="en-US" sz="1050" b="0" i="0" u="none" strike="noStrike" dirty="0">
                          <a:solidFill>
                            <a:schemeClr val="tx1"/>
                          </a:solidFill>
                          <a:effectLst/>
                          <a:latin typeface="Calibri" panose="020F0502020204030204" pitchFamily="34" charset="0"/>
                          <a:hlinkClick r:id="" action="ppaction://noaction"/>
                        </a:rPr>
                        <a:t>)</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Interoperability of system model diagrams. Lack of instancing</a:t>
                      </a:r>
                      <a:r>
                        <a:rPr lang="en-US" sz="1050" b="0" i="0" u="none" strike="noStrike" baseline="0" dirty="0" smtClean="0">
                          <a:solidFill>
                            <a:schemeClr val="tx1"/>
                          </a:solidFill>
                          <a:effectLst/>
                          <a:latin typeface="Calibri" panose="020F0502020204030204" pitchFamily="34" charset="0"/>
                        </a:rPr>
                        <a:t> structure to address large complex systems</a:t>
                      </a:r>
                      <a:r>
                        <a:rPr lang="en-US" sz="1050" b="0" i="0" u="none" strike="noStrike" dirty="0" smtClean="0">
                          <a:solidFill>
                            <a:schemeClr val="tx1"/>
                          </a:solidFill>
                          <a:effectLst/>
                          <a:latin typeface="Calibri" panose="020F0502020204030204" pitchFamily="34" charset="0"/>
                        </a:rPr>
                        <a:t> </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Working with industry to define SysML 2.0 requirements and proposed standard</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Inability to integrate system models across tools and suppliers.</a:t>
                      </a:r>
                      <a:r>
                        <a:rPr lang="en-US" sz="1050" b="0" i="0" u="none" strike="noStrike" baseline="0" dirty="0" smtClean="0">
                          <a:solidFill>
                            <a:schemeClr val="tx1"/>
                          </a:solidFill>
                          <a:effectLst/>
                          <a:latin typeface="Calibri" panose="020F0502020204030204" pitchFamily="34" charset="0"/>
                        </a:rPr>
                        <a:t> Inability to simulate system behaviors.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8960">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Long Term Data Retention and Retrieval (LOTAR)</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Incomplete standardization of MBD</a:t>
                      </a:r>
                      <a:r>
                        <a:rPr lang="en-US" sz="1050" b="0" i="0" u="none" strike="noStrike" baseline="0" dirty="0" smtClean="0">
                          <a:solidFill>
                            <a:schemeClr val="tx1"/>
                          </a:solidFill>
                          <a:effectLst/>
                          <a:latin typeface="Calibri" panose="020F0502020204030204" pitchFamily="34" charset="0"/>
                        </a:rPr>
                        <a:t> content. No standards for retention of MBSE data</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Co-lead w/Airbus on development of standards. Get FAA/EASA</a:t>
                      </a:r>
                      <a:r>
                        <a:rPr lang="en-US" sz="1050" b="0" i="0" u="none" strike="noStrike" baseline="0" dirty="0" smtClean="0">
                          <a:solidFill>
                            <a:schemeClr val="tx1"/>
                          </a:solidFill>
                          <a:effectLst/>
                          <a:latin typeface="Calibri" panose="020F0502020204030204" pitchFamily="34" charset="0"/>
                        </a:rPr>
                        <a:t> adoption of LOTAR standards.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Large</a:t>
                      </a:r>
                      <a:r>
                        <a:rPr lang="en-US" sz="1050" b="0" i="0" u="none" strike="noStrike" baseline="0" dirty="0" smtClean="0">
                          <a:solidFill>
                            <a:schemeClr val="tx1"/>
                          </a:solidFill>
                          <a:effectLst/>
                          <a:latin typeface="Calibri" panose="020F0502020204030204" pitchFamily="34" charset="0"/>
                        </a:rPr>
                        <a:t> data migration cost to maintain type design current with tool and technology evolution</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25971">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Linked Data Platform (OSLC)</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Limited</a:t>
                      </a:r>
                      <a:r>
                        <a:rPr lang="en-US" sz="1050" b="0" i="0" u="none" strike="noStrike" baseline="0" dirty="0" smtClean="0">
                          <a:solidFill>
                            <a:schemeClr val="tx1"/>
                          </a:solidFill>
                          <a:effectLst/>
                          <a:latin typeface="Calibri" panose="020F0502020204030204" pitchFamily="34" charset="0"/>
                        </a:rPr>
                        <a:t> content definition. Not integrated with other data standards. </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Integration with content standards. Wider industry support in PLM/MOM/ERP</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Replication of data. Limited ability to integrate</a:t>
                      </a:r>
                      <a:r>
                        <a:rPr lang="en-US" sz="1050" b="0" i="0" u="none" strike="noStrike" baseline="0" dirty="0" smtClean="0">
                          <a:solidFill>
                            <a:schemeClr val="tx1"/>
                          </a:solidFill>
                          <a:effectLst/>
                          <a:latin typeface="Calibri" panose="020F0502020204030204" pitchFamily="34" charset="0"/>
                        </a:rPr>
                        <a:t> tools and data</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8960">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Requirements Interchange (</a:t>
                      </a:r>
                      <a:r>
                        <a:rPr lang="en-US" sz="1050" b="0" i="0" u="none" strike="noStrike" dirty="0" err="1">
                          <a:solidFill>
                            <a:schemeClr val="tx1"/>
                          </a:solidFill>
                          <a:effectLst/>
                          <a:latin typeface="Calibri" panose="020F0502020204030204" pitchFamily="34" charset="0"/>
                          <a:hlinkClick r:id="" action="ppaction://noaction"/>
                        </a:rPr>
                        <a:t>ReqIF</a:t>
                      </a:r>
                      <a:r>
                        <a:rPr lang="en-US" sz="1050" b="0" i="0" u="none" strike="noStrike" dirty="0">
                          <a:solidFill>
                            <a:schemeClr val="tx1"/>
                          </a:solidFill>
                          <a:effectLst/>
                          <a:latin typeface="Calibri" panose="020F0502020204030204" pitchFamily="34" charset="0"/>
                          <a:hlinkClick r:id="" action="ppaction://noaction"/>
                        </a:rPr>
                        <a:t>/AP233)</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Limited to textual requirements. Allocation to physical elements (MBD)</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Integration</a:t>
                      </a:r>
                      <a:r>
                        <a:rPr lang="en-US" sz="1050" b="0" i="0" u="none" strike="noStrike" baseline="0" dirty="0" smtClean="0">
                          <a:solidFill>
                            <a:schemeClr val="tx1"/>
                          </a:solidFill>
                          <a:effectLst/>
                          <a:latin typeface="Calibri" panose="020F0502020204030204" pitchFamily="34" charset="0"/>
                        </a:rPr>
                        <a:t> with product data standards. Definition of industry roadmap for MBSE.</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Poor traceability</a:t>
                      </a:r>
                      <a:r>
                        <a:rPr lang="en-US" sz="1050" b="0" i="0" u="none" strike="noStrike" baseline="0" dirty="0" smtClean="0">
                          <a:solidFill>
                            <a:schemeClr val="tx1"/>
                          </a:solidFill>
                          <a:effectLst/>
                          <a:latin typeface="Calibri" panose="020F0502020204030204" pitchFamily="34" charset="0"/>
                        </a:rPr>
                        <a:t> of requirements into system architecture</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5733">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Business Transactions (OAGIS BODS)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Refinements</a:t>
                      </a:r>
                      <a:r>
                        <a:rPr lang="en-US" sz="1050" b="0" i="0" u="none" strike="noStrike" baseline="0" dirty="0" smtClean="0">
                          <a:solidFill>
                            <a:schemeClr val="tx1"/>
                          </a:solidFill>
                          <a:effectLst/>
                          <a:latin typeface="Calibri" panose="020F0502020204030204" pitchFamily="34" charset="0"/>
                        </a:rPr>
                        <a:t> and extensions to meet Boeing business requirements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Boeing developed</a:t>
                      </a:r>
                      <a:r>
                        <a:rPr lang="en-US" sz="1050" b="0" i="0" u="none" strike="noStrike" baseline="0" dirty="0" smtClean="0">
                          <a:solidFill>
                            <a:schemeClr val="tx1"/>
                          </a:solidFill>
                          <a:effectLst/>
                          <a:latin typeface="Calibri" panose="020F0502020204030204" pitchFamily="34" charset="0"/>
                        </a:rPr>
                        <a:t> proposals to extend and </a:t>
                      </a:r>
                      <a:r>
                        <a:rPr lang="en-US" sz="1050" b="0" i="0" u="none" strike="noStrike" baseline="0" smtClean="0">
                          <a:solidFill>
                            <a:schemeClr val="tx1"/>
                          </a:solidFill>
                          <a:effectLst/>
                          <a:latin typeface="Calibri" panose="020F0502020204030204" pitchFamily="34" charset="0"/>
                        </a:rPr>
                        <a:t>clarify standard.</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Breakdown of digital thread</a:t>
                      </a:r>
                      <a:r>
                        <a:rPr lang="en-US" sz="1050" b="0" i="0" u="none" strike="noStrike" baseline="0" dirty="0" smtClean="0">
                          <a:solidFill>
                            <a:schemeClr val="tx1"/>
                          </a:solidFill>
                          <a:effectLst/>
                          <a:latin typeface="Calibri" panose="020F0502020204030204" pitchFamily="34" charset="0"/>
                        </a:rPr>
                        <a:t> with suppliers. Reliance on proprietary SAP solution.</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8960">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Documents and Distribution (PDF/3PDF)</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Integration</a:t>
                      </a:r>
                      <a:r>
                        <a:rPr lang="en-US" sz="1050" b="0" i="0" u="none" strike="noStrike" baseline="0" dirty="0" smtClean="0">
                          <a:solidFill>
                            <a:schemeClr val="tx1"/>
                          </a:solidFill>
                          <a:effectLst/>
                          <a:latin typeface="Calibri" panose="020F0502020204030204" pitchFamily="34" charset="0"/>
                        </a:rPr>
                        <a:t> of MBD and MBSE content into document distribution and web standards. </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Engaged with 3D PDF Consortium to integrate STEP AP242 with 3DPDF. Developing Boeing roadmap</a:t>
                      </a:r>
                      <a:r>
                        <a:rPr lang="en-US" sz="1050" b="0" i="0" u="none" strike="noStrike" baseline="0" dirty="0" smtClean="0">
                          <a:solidFill>
                            <a:schemeClr val="tx1"/>
                          </a:solidFill>
                          <a:effectLst/>
                          <a:latin typeface="Calibri" panose="020F0502020204030204" pitchFamily="34" charset="0"/>
                        </a:rPr>
                        <a:t> for integration with 3D web standards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Redundancy of threads</a:t>
                      </a:r>
                      <a:r>
                        <a:rPr lang="en-US" sz="1050" b="0" i="0" u="none" strike="noStrike" baseline="0" dirty="0" smtClean="0">
                          <a:solidFill>
                            <a:schemeClr val="tx1"/>
                          </a:solidFill>
                          <a:effectLst/>
                          <a:latin typeface="Calibri" panose="020F0502020204030204" pitchFamily="34" charset="0"/>
                        </a:rPr>
                        <a:t> between document based and model based distribution products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55733">
                <a:tc>
                  <a:txBody>
                    <a:bodyPr/>
                    <a:lstStyle/>
                    <a:p>
                      <a:pPr algn="l" fontAlgn="t"/>
                      <a:r>
                        <a:rPr lang="en-US" sz="1050" b="0" i="0" u="none" strike="noStrike" dirty="0">
                          <a:solidFill>
                            <a:schemeClr val="tx1"/>
                          </a:solidFill>
                          <a:effectLst/>
                          <a:latin typeface="Calibri" panose="020F0502020204030204" pitchFamily="34" charset="0"/>
                        </a:rPr>
                        <a:t>Technical Publications (S1000D)</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Component</a:t>
                      </a:r>
                      <a:r>
                        <a:rPr lang="en-US" sz="1050" b="0" i="0" u="none" strike="noStrike" baseline="0" dirty="0" smtClean="0">
                          <a:solidFill>
                            <a:schemeClr val="tx1"/>
                          </a:solidFill>
                          <a:effectLst/>
                          <a:latin typeface="Calibri" panose="020F0502020204030204" pitchFamily="34" charset="0"/>
                        </a:rPr>
                        <a:t> maintenance manuals, intelligent graphics. Integration with MBE</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Developing SVG profiles. Developing</a:t>
                      </a:r>
                      <a:r>
                        <a:rPr lang="en-US" sz="1050" b="0" i="0" u="none" strike="noStrike" baseline="0" dirty="0" smtClean="0">
                          <a:solidFill>
                            <a:schemeClr val="tx1"/>
                          </a:solidFill>
                          <a:effectLst/>
                          <a:latin typeface="Calibri" panose="020F0502020204030204" pitchFamily="34" charset="0"/>
                        </a:rPr>
                        <a:t> Component Maintenance Manual standards.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Redundancy of threads</a:t>
                      </a:r>
                      <a:r>
                        <a:rPr lang="en-US" sz="1050" b="0" i="0" u="none" strike="noStrike" baseline="0" dirty="0" smtClean="0">
                          <a:solidFill>
                            <a:schemeClr val="tx1"/>
                          </a:solidFill>
                          <a:effectLst/>
                          <a:latin typeface="Calibri" panose="020F0502020204030204" pitchFamily="34" charset="0"/>
                        </a:rPr>
                        <a:t> between document based and model based distribution products</a:t>
                      </a:r>
                      <a:endParaRPr lang="en-US" sz="1050" b="0" i="0" u="none" strike="noStrike" dirty="0" smtClean="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488960">
                <a:tc>
                  <a:txBody>
                    <a:bodyPr/>
                    <a:lstStyle/>
                    <a:p>
                      <a:pPr algn="l" fontAlgn="t"/>
                      <a:r>
                        <a:rPr lang="en-US" sz="1050" b="0" i="0" u="none" strike="noStrike" dirty="0">
                          <a:solidFill>
                            <a:schemeClr val="tx1"/>
                          </a:solidFill>
                          <a:effectLst/>
                          <a:latin typeface="Calibri" panose="020F0502020204030204" pitchFamily="34" charset="0"/>
                        </a:rPr>
                        <a:t>Maintenance and Support (ATA spec 2xxx)</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baseline="0" dirty="0" smtClean="0">
                          <a:solidFill>
                            <a:schemeClr val="tx1"/>
                          </a:solidFill>
                          <a:effectLst/>
                          <a:latin typeface="Calibri" panose="020F0502020204030204" pitchFamily="34" charset="0"/>
                        </a:rPr>
                        <a:t>Additional business logic needed. No roadmap from document oriented to model oriented</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Harmonization</a:t>
                      </a:r>
                      <a:r>
                        <a:rPr lang="en-US" sz="1050" b="0" i="0" u="none" strike="noStrike" baseline="0" dirty="0" smtClean="0">
                          <a:solidFill>
                            <a:schemeClr val="tx1"/>
                          </a:solidFill>
                          <a:effectLst/>
                          <a:latin typeface="Calibri" panose="020F0502020204030204" pitchFamily="34" charset="0"/>
                        </a:rPr>
                        <a:t> with S1000D standard. Industry accepted roadmap to migrate maintenance data to models</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Redundancy of threads</a:t>
                      </a:r>
                      <a:r>
                        <a:rPr lang="en-US" sz="1050" b="0" i="0" u="none" strike="noStrike" baseline="0" dirty="0" smtClean="0">
                          <a:solidFill>
                            <a:schemeClr val="tx1"/>
                          </a:solidFill>
                          <a:effectLst/>
                          <a:latin typeface="Calibri" panose="020F0502020204030204" pitchFamily="34" charset="0"/>
                        </a:rPr>
                        <a:t> between document based and model based distribution products</a:t>
                      </a:r>
                      <a:endParaRPr lang="en-US" sz="1050" b="0" i="0" u="none" strike="noStrike" dirty="0" smtClean="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14931">
                <a:tc>
                  <a:txBody>
                    <a:bodyPr/>
                    <a:lstStyle/>
                    <a:p>
                      <a:pPr algn="l" fontAlgn="t"/>
                      <a:r>
                        <a:rPr lang="en-US" sz="1050" b="0" i="0" u="none" strike="noStrike" dirty="0">
                          <a:solidFill>
                            <a:schemeClr val="tx1"/>
                          </a:solidFill>
                          <a:effectLst/>
                          <a:latin typeface="Calibri" panose="020F0502020204030204" pitchFamily="34" charset="0"/>
                          <a:hlinkClick r:id="" action="ppaction://noaction"/>
                        </a:rPr>
                        <a:t>Advanced Manufacturing </a:t>
                      </a:r>
                      <a:r>
                        <a:rPr lang="en-US" sz="1050" b="0" i="0" u="none" strike="noStrike" dirty="0">
                          <a:solidFill>
                            <a:schemeClr val="tx1"/>
                          </a:solidFill>
                          <a:effectLst/>
                          <a:latin typeface="Calibri" panose="020F0502020204030204" pitchFamily="34" charset="0"/>
                        </a:rPr>
                        <a:t>(Additive AMF/Machining Step-NC)</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t"/>
                      <a:r>
                        <a:rPr lang="en-US" sz="1050" b="0" i="0" u="none" strike="noStrike" dirty="0">
                          <a:solidFill>
                            <a:schemeClr val="tx1"/>
                          </a:solidFill>
                          <a:effectLst/>
                          <a:latin typeface="Calibri" panose="020F0502020204030204" pitchFamily="34" charset="0"/>
                        </a:rPr>
                        <a:t> </a:t>
                      </a: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Standards for complete AM build</a:t>
                      </a:r>
                      <a:r>
                        <a:rPr lang="en-US" sz="1050" b="0" i="0" u="none" strike="noStrike" baseline="0" dirty="0" smtClean="0">
                          <a:solidFill>
                            <a:schemeClr val="tx1"/>
                          </a:solidFill>
                          <a:effectLst/>
                          <a:latin typeface="Calibri" panose="020F0502020204030204" pitchFamily="34" charset="0"/>
                        </a:rPr>
                        <a:t> package. </a:t>
                      </a:r>
                      <a:r>
                        <a:rPr lang="en-US" sz="1050" b="0" i="0" u="none" strike="noStrike" dirty="0" smtClean="0">
                          <a:solidFill>
                            <a:schemeClr val="tx1"/>
                          </a:solidFill>
                          <a:effectLst/>
                          <a:latin typeface="Calibri" panose="020F0502020204030204" pitchFamily="34" charset="0"/>
                        </a:rPr>
                        <a:t>Limited industry support of STEP-NC</a:t>
                      </a:r>
                    </a:p>
                    <a:p>
                      <a:pPr algn="l" fontAlgn="t"/>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Engaged with ASTM to ensure Boeing requirements are incorporated. Working in industry forums to advocate</a:t>
                      </a:r>
                      <a:r>
                        <a:rPr lang="en-US" sz="1050" b="0" i="0" u="none" strike="noStrike" baseline="0" dirty="0" smtClean="0">
                          <a:solidFill>
                            <a:schemeClr val="tx1"/>
                          </a:solidFill>
                          <a:effectLst/>
                          <a:latin typeface="Calibri" panose="020F0502020204030204" pitchFamily="34" charset="0"/>
                        </a:rPr>
                        <a:t> for STEP-NC standards. </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US" sz="1050" b="0" i="0" u="none" strike="noStrike" dirty="0">
                          <a:solidFill>
                            <a:schemeClr val="tx1"/>
                          </a:solidFill>
                          <a:effectLst/>
                          <a:latin typeface="Calibri" panose="020F0502020204030204" pitchFamily="34" charset="0"/>
                        </a:rPr>
                        <a:t> </a:t>
                      </a:r>
                      <a:r>
                        <a:rPr lang="en-US" sz="1050" b="0" i="0" u="none" strike="noStrike" dirty="0" smtClean="0">
                          <a:solidFill>
                            <a:schemeClr val="tx1"/>
                          </a:solidFill>
                          <a:effectLst/>
                          <a:latin typeface="Calibri" panose="020F0502020204030204" pitchFamily="34" charset="0"/>
                        </a:rPr>
                        <a:t>Proliferation of tool specific</a:t>
                      </a:r>
                      <a:r>
                        <a:rPr lang="en-US" sz="1050" b="0" i="0" u="none" strike="noStrike" baseline="0" dirty="0" smtClean="0">
                          <a:solidFill>
                            <a:schemeClr val="tx1"/>
                          </a:solidFill>
                          <a:effectLst/>
                          <a:latin typeface="Calibri" panose="020F0502020204030204" pitchFamily="34" charset="0"/>
                        </a:rPr>
                        <a:t> processes leading to added cost. Barrier to deploy AM processes .</a:t>
                      </a:r>
                      <a:endParaRPr lang="en-US" sz="1050" b="0" i="0" u="none" strike="noStrike" dirty="0">
                        <a:solidFill>
                          <a:schemeClr val="tx1"/>
                        </a:solidFill>
                        <a:effectLst/>
                        <a:latin typeface="Calibri" panose="020F0502020204030204" pitchFamily="34" charset="0"/>
                      </a:endParaRPr>
                    </a:p>
                  </a:txBody>
                  <a:tcPr marL="2115" marR="2115" marT="211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8" name="Title 1"/>
          <p:cNvSpPr>
            <a:spLocks noGrp="1"/>
          </p:cNvSpPr>
          <p:nvPr>
            <p:ph type="title"/>
          </p:nvPr>
        </p:nvSpPr>
        <p:spPr>
          <a:xfrm>
            <a:off x="253064" y="326384"/>
            <a:ext cx="11312241" cy="378565"/>
          </a:xfrm>
        </p:spPr>
        <p:txBody>
          <a:bodyPr>
            <a:normAutofit fontScale="90000"/>
          </a:bodyPr>
          <a:lstStyle/>
          <a:p>
            <a:r>
              <a:rPr lang="en-US" dirty="0" smtClean="0"/>
              <a:t>Boeing Priorities for Industry Standards Development</a:t>
            </a:r>
            <a:endParaRPr lang="en-US" dirty="0"/>
          </a:p>
        </p:txBody>
      </p:sp>
    </p:spTree>
    <p:extLst>
      <p:ext uri="{BB962C8B-B14F-4D97-AF65-F5344CB8AC3E}">
        <p14:creationId xmlns:p14="http://schemas.microsoft.com/office/powerpoint/2010/main" val="3145160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1524000" y="731520"/>
            <a:ext cx="9144000" cy="807720"/>
          </a:xfrm>
          <a:prstGeom prst="rect">
            <a:avLst/>
          </a:prstGeom>
          <a:solidFill>
            <a:schemeClr val="bg1"/>
          </a:solidFill>
          <a:ln w="12700" cap="flat" cmpd="sng" algn="ctr">
            <a:noFill/>
            <a:prstDash val="solid"/>
            <a:round/>
            <a:headEnd type="none" w="sm" len="sm"/>
            <a:tailEnd type="none" w="sm" len="sm"/>
          </a:ln>
          <a:effectLst/>
          <a:extLst/>
        </p:spPr>
        <p:txBody>
          <a:bodyPr vert="horz" wrap="square" lIns="91440" tIns="45720" rIns="91440" bIns="45720" numCol="1" rtlCol="0" anchor="t" anchorCtr="0" compatLnSpc="1">
            <a:prstTxWarp prst="textNoShape">
              <a:avLst/>
            </a:prstTxWarp>
          </a:bodyPr>
          <a:lstStyle/>
          <a:p>
            <a:pPr algn="r"/>
            <a:endParaRPr lang="en-US" smtClean="0">
              <a:solidFill>
                <a:srgbClr val="000000"/>
              </a:solidFill>
            </a:endParaRPr>
          </a:p>
        </p:txBody>
      </p:sp>
      <p:sp>
        <p:nvSpPr>
          <p:cNvPr id="3" name="Rectangle 2"/>
          <p:cNvSpPr/>
          <p:nvPr/>
        </p:nvSpPr>
        <p:spPr bwMode="auto">
          <a:xfrm>
            <a:off x="1524001" y="6288795"/>
            <a:ext cx="3142695" cy="377301"/>
          </a:xfrm>
          <a:prstGeom prst="rect">
            <a:avLst/>
          </a:prstGeom>
          <a:solidFill>
            <a:schemeClr val="bg1"/>
          </a:solidFill>
          <a:ln w="12700" cap="flat" cmpd="sng" algn="ctr">
            <a:noFill/>
            <a:prstDash val="solid"/>
            <a:round/>
            <a:headEnd type="none" w="sm" len="sm"/>
            <a:tailEnd type="none" w="sm" len="sm"/>
          </a:ln>
          <a:effectLst/>
          <a:extLst/>
        </p:spPr>
        <p:txBody>
          <a:bodyPr vert="horz" wrap="square" lIns="91440" tIns="45720" rIns="91440" bIns="45720" numCol="1" rtlCol="0" anchor="t" anchorCtr="0" compatLnSpc="1">
            <a:prstTxWarp prst="textNoShape">
              <a:avLst/>
            </a:prstTxWarp>
          </a:bodyPr>
          <a:lstStyle/>
          <a:p>
            <a:pPr algn="r"/>
            <a:endParaRPr lang="en-US" smtClean="0">
              <a:solidFill>
                <a:srgbClr val="000000"/>
              </a:solidFill>
            </a:endParaRPr>
          </a:p>
        </p:txBody>
      </p:sp>
      <p:sp>
        <p:nvSpPr>
          <p:cNvPr id="14" name="Rectangle 13"/>
          <p:cNvSpPr/>
          <p:nvPr/>
        </p:nvSpPr>
        <p:spPr bwMode="auto">
          <a:xfrm>
            <a:off x="7538027" y="6448612"/>
            <a:ext cx="3142695" cy="377301"/>
          </a:xfrm>
          <a:prstGeom prst="rect">
            <a:avLst/>
          </a:prstGeom>
          <a:solidFill>
            <a:schemeClr val="bg1"/>
          </a:solidFill>
          <a:ln w="12700" cap="flat" cmpd="sng" algn="ctr">
            <a:noFill/>
            <a:prstDash val="solid"/>
            <a:round/>
            <a:headEnd type="none" w="sm" len="sm"/>
            <a:tailEnd type="none" w="sm" len="sm"/>
          </a:ln>
          <a:effectLst/>
          <a:extLst/>
        </p:spPr>
        <p:txBody>
          <a:bodyPr vert="horz" wrap="square" lIns="91440" tIns="45720" rIns="91440" bIns="45720" numCol="1" rtlCol="0" anchor="t" anchorCtr="0" compatLnSpc="1">
            <a:prstTxWarp prst="textNoShape">
              <a:avLst/>
            </a:prstTxWarp>
          </a:bodyPr>
          <a:lstStyle/>
          <a:p>
            <a:pPr algn="r"/>
            <a:endParaRPr lang="en-US" smtClean="0">
              <a:solidFill>
                <a:srgbClr val="000000"/>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2384082681"/>
              </p:ext>
            </p:extLst>
          </p:nvPr>
        </p:nvGraphicFramePr>
        <p:xfrm>
          <a:off x="1592192" y="283544"/>
          <a:ext cx="9039591" cy="5995506"/>
        </p:xfrm>
        <a:graphic>
          <a:graphicData uri="http://schemas.openxmlformats.org/drawingml/2006/table">
            <a:tbl>
              <a:tblPr>
                <a:tableStyleId>{5C22544A-7EE6-4342-B048-85BDC9FD1C3A}</a:tableStyleId>
              </a:tblPr>
              <a:tblGrid>
                <a:gridCol w="1032189"/>
                <a:gridCol w="1767511"/>
                <a:gridCol w="2308543"/>
                <a:gridCol w="1774556"/>
                <a:gridCol w="2156792"/>
              </a:tblGrid>
              <a:tr h="72043">
                <a:tc rowSpan="2">
                  <a:txBody>
                    <a:bodyPr/>
                    <a:lstStyle/>
                    <a:p>
                      <a:pPr algn="ctr" fontAlgn="ctr"/>
                      <a:r>
                        <a:rPr lang="en-US" sz="900" b="1" i="0" u="none" strike="noStrike" kern="1200" dirty="0" smtClean="0">
                          <a:solidFill>
                            <a:schemeClr val="bg1"/>
                          </a:solidFill>
                          <a:effectLst/>
                          <a:latin typeface="Calibri" panose="020F0502020204030204" pitchFamily="34" charset="0"/>
                          <a:ea typeface="+mn-ea"/>
                          <a:cs typeface="+mn-cs"/>
                        </a:rPr>
                        <a:t>Major Focus Area</a:t>
                      </a:r>
                      <a:endParaRPr lang="en-US" sz="900" b="1" i="0" u="none" strike="noStrike" kern="1200" dirty="0">
                        <a:solidFill>
                          <a:schemeClr val="bg1"/>
                        </a:solidFill>
                        <a:effectLst/>
                        <a:latin typeface="Calibri" panose="020F0502020204030204" pitchFamily="34" charset="0"/>
                        <a:ea typeface="+mn-ea"/>
                        <a:cs typeface="+mn-cs"/>
                      </a:endParaRPr>
                    </a:p>
                  </a:txBody>
                  <a:tcPr marL="6575" marR="6575" marT="657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rowSpan="2">
                  <a:txBody>
                    <a:bodyPr/>
                    <a:lstStyle/>
                    <a:p>
                      <a:pPr marL="0" algn="ctr" defTabSz="914400" rtl="0" eaLnBrk="1" fontAlgn="ctr" latinLnBrk="0" hangingPunct="1"/>
                      <a:r>
                        <a:rPr lang="en-US" sz="900" b="1" i="0" u="none" strike="noStrike" kern="1200" dirty="0" smtClean="0">
                          <a:solidFill>
                            <a:schemeClr val="bg1"/>
                          </a:solidFill>
                          <a:effectLst/>
                          <a:latin typeface="Calibri" panose="020F0502020204030204" pitchFamily="34" charset="0"/>
                          <a:ea typeface="+mn-ea"/>
                          <a:cs typeface="+mn-cs"/>
                        </a:rPr>
                        <a:t>787</a:t>
                      </a:r>
                      <a:endParaRPr lang="en-US" sz="900" b="1" i="0" u="none" strike="noStrike" kern="1200" dirty="0">
                        <a:solidFill>
                          <a:schemeClr val="bg1"/>
                        </a:solidFill>
                        <a:effectLst/>
                        <a:latin typeface="Calibri" panose="020F0502020204030204" pitchFamily="34" charset="0"/>
                        <a:ea typeface="+mn-ea"/>
                        <a:cs typeface="+mn-cs"/>
                      </a:endParaRPr>
                    </a:p>
                  </a:txBody>
                  <a:tcPr marL="6575" marR="6575" marT="657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gridSpan="3">
                  <a:txBody>
                    <a:bodyPr/>
                    <a:lstStyle/>
                    <a:p>
                      <a:pPr algn="ctr" fontAlgn="ctr"/>
                      <a:r>
                        <a:rPr lang="en-US" sz="900" b="1" i="0" u="none" strike="noStrike" kern="1200" dirty="0" smtClean="0">
                          <a:solidFill>
                            <a:schemeClr val="bg1"/>
                          </a:solidFill>
                          <a:effectLst/>
                          <a:latin typeface="Calibri" panose="020F0502020204030204" pitchFamily="34" charset="0"/>
                          <a:ea typeface="+mn-ea"/>
                          <a:cs typeface="+mn-cs"/>
                        </a:rPr>
                        <a:t>New Airplane                                 </a:t>
                      </a:r>
                      <a:endParaRPr lang="en-US" sz="900" b="1" i="0" u="none" strike="noStrike" kern="1200" dirty="0">
                        <a:solidFill>
                          <a:schemeClr val="bg1"/>
                        </a:solidFill>
                        <a:effectLst/>
                        <a:latin typeface="Calibri" panose="020F0502020204030204" pitchFamily="34" charset="0"/>
                        <a:ea typeface="+mn-ea"/>
                        <a:cs typeface="+mn-cs"/>
                      </a:endParaRPr>
                    </a:p>
                  </a:txBody>
                  <a:tcPr marL="6575" marR="6575" marT="6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hMerge="1">
                  <a:txBody>
                    <a:bodyPr/>
                    <a:lstStyle/>
                    <a:p>
                      <a:pPr algn="ctr" fontAlgn="ctr"/>
                      <a:endParaRPr lang="en-US" sz="1000" b="1" i="0" u="none" strike="noStrike" dirty="0">
                        <a:solidFill>
                          <a:schemeClr val="bg1"/>
                        </a:solidFill>
                        <a:effectLst/>
                        <a:latin typeface="Calibri" panose="020F0502020204030204" pitchFamily="34" charset="0"/>
                      </a:endParaRPr>
                    </a:p>
                  </a:txBody>
                  <a:tcPr marL="6575" marR="6575" marT="6575" marB="0"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hMerge="1">
                  <a:txBody>
                    <a:bodyPr/>
                    <a:lstStyle/>
                    <a:p>
                      <a:pPr algn="ctr" fontAlgn="ctr"/>
                      <a:endParaRPr lang="en-US" sz="1000" b="1" i="0" u="none" strike="noStrike" dirty="0">
                        <a:solidFill>
                          <a:schemeClr val="bg1"/>
                        </a:solidFill>
                        <a:effectLst/>
                        <a:latin typeface="Calibri" panose="020F0502020204030204" pitchFamily="34" charset="0"/>
                      </a:endParaRPr>
                    </a:p>
                  </a:txBody>
                  <a:tcPr marL="6575" marR="6575" marT="6575" marB="0"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r>
              <a:tr h="72043">
                <a:tc vMerge="1">
                  <a:txBody>
                    <a:bodyPr/>
                    <a:lstStyle/>
                    <a:p>
                      <a:pPr algn="ctr" fontAlgn="ctr"/>
                      <a:endParaRPr lang="en-US" sz="1000" b="0" i="0" u="none" strike="noStrike" dirty="0">
                        <a:solidFill>
                          <a:schemeClr val="bg1"/>
                        </a:solidFill>
                        <a:effectLst/>
                        <a:latin typeface="Calibri" panose="020F0502020204030204" pitchFamily="34" charset="0"/>
                      </a:endParaRPr>
                    </a:p>
                  </a:txBody>
                  <a:tcPr marL="6575" marR="6575" marT="6575" marB="0"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vMerge="1">
                  <a:txBody>
                    <a:bodyPr/>
                    <a:lstStyle/>
                    <a:p>
                      <a:pPr marL="0" algn="ctr" defTabSz="914400" rtl="0" eaLnBrk="1" fontAlgn="ctr" latinLnBrk="0" hangingPunct="1"/>
                      <a:endParaRPr lang="en-US" sz="1000" b="1" u="none" strike="noStrike" kern="1200" dirty="0">
                        <a:solidFill>
                          <a:schemeClr val="bg1"/>
                        </a:solidFill>
                        <a:effectLst/>
                        <a:latin typeface="+mn-lt"/>
                        <a:ea typeface="+mn-ea"/>
                        <a:cs typeface="+mn-cs"/>
                      </a:endParaRPr>
                    </a:p>
                  </a:txBody>
                  <a:tcPr marL="6575" marR="6575" marT="6575" marB="0" anchor="ctr">
                    <a:lnL w="6350" cap="flat" cmpd="sng" algn="ctr">
                      <a:solidFill>
                        <a:srgbClr val="0070C0"/>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0070C0"/>
                    </a:solidFill>
                  </a:tcPr>
                </a:tc>
                <a:tc>
                  <a:txBody>
                    <a:bodyPr/>
                    <a:lstStyle/>
                    <a:p>
                      <a:pPr algn="ctr" fontAlgn="ctr"/>
                      <a:r>
                        <a:rPr lang="en-US" sz="900" b="1" i="0" u="none" strike="noStrike" kern="1200" dirty="0" smtClean="0">
                          <a:solidFill>
                            <a:schemeClr val="bg1"/>
                          </a:solidFill>
                          <a:effectLst/>
                          <a:latin typeface="Calibri" panose="020F0502020204030204" pitchFamily="34" charset="0"/>
                          <a:ea typeface="+mn-ea"/>
                          <a:cs typeface="+mn-cs"/>
                        </a:rPr>
                        <a:t>Applications</a:t>
                      </a:r>
                      <a:endParaRPr lang="en-US" sz="900" b="1" i="0" u="none" strike="noStrike" kern="1200" dirty="0">
                        <a:solidFill>
                          <a:schemeClr val="bg1"/>
                        </a:solidFill>
                        <a:effectLst/>
                        <a:latin typeface="Calibri" panose="020F0502020204030204" pitchFamily="34" charset="0"/>
                        <a:ea typeface="+mn-ea"/>
                        <a:cs typeface="+mn-cs"/>
                      </a:endParaRPr>
                    </a:p>
                  </a:txBody>
                  <a:tcPr marL="6575" marR="6575" marT="6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ctr"/>
                      <a:r>
                        <a:rPr lang="en-US" sz="900" b="1" i="0" u="none" strike="noStrike" kern="1200" dirty="0" smtClean="0">
                          <a:solidFill>
                            <a:schemeClr val="bg1"/>
                          </a:solidFill>
                          <a:effectLst/>
                          <a:latin typeface="Calibri" panose="020F0502020204030204" pitchFamily="34" charset="0"/>
                          <a:ea typeface="+mn-ea"/>
                          <a:cs typeface="+mn-cs"/>
                        </a:rPr>
                        <a:t>Processes</a:t>
                      </a:r>
                      <a:endParaRPr lang="en-US" sz="900" b="1" i="0" u="none" strike="noStrike" kern="1200" dirty="0">
                        <a:solidFill>
                          <a:schemeClr val="bg1"/>
                        </a:solidFill>
                        <a:effectLst/>
                        <a:latin typeface="Calibri" panose="020F0502020204030204" pitchFamily="34" charset="0"/>
                        <a:ea typeface="+mn-ea"/>
                        <a:cs typeface="+mn-cs"/>
                      </a:endParaRPr>
                    </a:p>
                  </a:txBody>
                  <a:tcPr marL="6575" marR="6575" marT="6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ctr"/>
                      <a:r>
                        <a:rPr lang="en-US" sz="900" b="1" i="0" u="none" strike="noStrike" kern="1200" dirty="0" smtClean="0">
                          <a:solidFill>
                            <a:schemeClr val="bg1"/>
                          </a:solidFill>
                          <a:effectLst/>
                          <a:latin typeface="Calibri" panose="020F0502020204030204" pitchFamily="34" charset="0"/>
                          <a:ea typeface="+mn-ea"/>
                          <a:cs typeface="+mn-cs"/>
                        </a:rPr>
                        <a:t>Data</a:t>
                      </a:r>
                      <a:endParaRPr lang="en-US" sz="900" b="1" i="0" u="none" strike="noStrike" kern="1200" dirty="0">
                        <a:solidFill>
                          <a:schemeClr val="bg1"/>
                        </a:solidFill>
                        <a:effectLst/>
                        <a:latin typeface="Calibri" panose="020F0502020204030204" pitchFamily="34" charset="0"/>
                        <a:ea typeface="+mn-ea"/>
                        <a:cs typeface="+mn-cs"/>
                      </a:endParaRPr>
                    </a:p>
                  </a:txBody>
                  <a:tcPr marL="6575" marR="6575" marT="657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r>
              <a:tr h="142158">
                <a:tc>
                  <a:txBody>
                    <a:bodyPr/>
                    <a:lstStyle/>
                    <a:p>
                      <a:pPr marL="27432" marR="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Product Requirements</a:t>
                      </a:r>
                      <a:endParaRPr lang="en-US" sz="700" b="0" i="0" u="none" strike="noStrike" dirty="0" smtClean="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DOORS</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dirty="0" smtClean="0">
                          <a:solidFill>
                            <a:schemeClr val="tx1"/>
                          </a:solidFill>
                          <a:effectLst/>
                          <a:latin typeface="+mn-lt"/>
                        </a:rPr>
                        <a:t>DOORS,</a:t>
                      </a:r>
                      <a:r>
                        <a:rPr lang="en-US" sz="700" u="none" strike="noStrike" baseline="0" dirty="0" smtClean="0">
                          <a:solidFill>
                            <a:schemeClr val="tx1"/>
                          </a:solidFill>
                          <a:effectLst/>
                          <a:latin typeface="+mn-lt"/>
                        </a:rPr>
                        <a:t> DESE</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MBSE</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err="1" smtClean="0">
                          <a:solidFill>
                            <a:schemeClr val="tx1"/>
                          </a:solidFill>
                          <a:effectLst/>
                          <a:latin typeface="+mn-lt"/>
                          <a:ea typeface="+mn-ea"/>
                          <a:cs typeface="+mn-cs"/>
                        </a:rPr>
                        <a:t>ReqIF</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78207">
                <a:tc>
                  <a:txBody>
                    <a:bodyPr/>
                    <a:lstStyle/>
                    <a:p>
                      <a:pPr marL="27432" algn="l" fontAlgn="t"/>
                      <a:r>
                        <a:rPr lang="en-US" sz="700" u="none" strike="noStrike" dirty="0">
                          <a:solidFill>
                            <a:schemeClr val="tx1"/>
                          </a:solidFill>
                          <a:effectLst/>
                          <a:latin typeface="+mn-lt"/>
                        </a:rPr>
                        <a:t>Customer </a:t>
                      </a:r>
                      <a:r>
                        <a:rPr lang="en-US" sz="700" u="none" strike="noStrike" dirty="0" smtClean="0">
                          <a:solidFill>
                            <a:schemeClr val="tx1"/>
                          </a:solidFill>
                          <a:effectLst/>
                          <a:latin typeface="+mn-lt"/>
                        </a:rPr>
                        <a:t>Configuration</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a:solidFill>
                            <a:schemeClr val="tx1"/>
                          </a:solidFill>
                          <a:effectLst/>
                          <a:latin typeface="+mn-lt"/>
                        </a:rPr>
                        <a:t>eConfig, ELDA</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b="0" i="0" u="none" strike="noStrike" dirty="0" err="1" smtClean="0">
                          <a:solidFill>
                            <a:schemeClr val="tx1"/>
                          </a:solidFill>
                          <a:effectLst/>
                          <a:latin typeface="+mn-lt"/>
                        </a:rPr>
                        <a:t>PACElab</a:t>
                      </a:r>
                      <a:r>
                        <a:rPr lang="en-US" sz="700" b="0" i="0" u="none" strike="noStrike" dirty="0" smtClean="0">
                          <a:solidFill>
                            <a:schemeClr val="tx1"/>
                          </a:solidFill>
                          <a:effectLst/>
                          <a:latin typeface="+mn-lt"/>
                        </a:rPr>
                        <a:t> Cabin</a:t>
                      </a:r>
                      <a:endParaRPr lang="en-US" sz="700" b="0" i="0" u="none" strike="sngStrike" baseline="0" dirty="0">
                        <a:solidFill>
                          <a:srgbClr val="0000FF"/>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Digitization</a:t>
                      </a:r>
                      <a:r>
                        <a:rPr lang="en-US" sz="700" u="none" strike="noStrike" kern="1200" baseline="0" dirty="0" smtClean="0">
                          <a:solidFill>
                            <a:schemeClr val="tx1"/>
                          </a:solidFill>
                          <a:effectLst/>
                          <a:latin typeface="+mn-lt"/>
                          <a:ea typeface="+mn-ea"/>
                          <a:cs typeface="+mn-cs"/>
                        </a:rPr>
                        <a:t> of customer </a:t>
                      </a:r>
                      <a:r>
                        <a:rPr lang="en-US" sz="700" u="none" strike="noStrike" kern="1200" baseline="0" dirty="0" err="1" smtClean="0">
                          <a:solidFill>
                            <a:schemeClr val="tx1"/>
                          </a:solidFill>
                          <a:effectLst/>
                          <a:latin typeface="+mn-lt"/>
                          <a:ea typeface="+mn-ea"/>
                          <a:cs typeface="+mn-cs"/>
                        </a:rPr>
                        <a:t>Config</a:t>
                      </a:r>
                      <a:endParaRPr lang="en-US" sz="700" u="none" strike="noStrike" kern="1200" dirty="0" smtClean="0">
                        <a:solidFill>
                          <a:schemeClr val="tx1"/>
                        </a:solidFill>
                        <a:effectLst/>
                        <a:latin typeface="+mn-lt"/>
                        <a:ea typeface="+mn-ea"/>
                        <a:cs typeface="+mn-cs"/>
                        <a:hlinkClick r:id="rId3" action="ppaction://hlinkpres?slideindex=1&amp;slidetitle="/>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baseline="0" dirty="0" smtClean="0">
                          <a:solidFill>
                            <a:schemeClr val="tx1"/>
                          </a:solidFill>
                          <a:effectLst/>
                          <a:latin typeface="+mn-lt"/>
                          <a:ea typeface="+mn-ea"/>
                          <a:cs typeface="+mn-cs"/>
                        </a:rPr>
                        <a:t>LOPA, CSOS, Options, Catalog, Config specs</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95809">
                <a:tc>
                  <a:txBody>
                    <a:bodyPr/>
                    <a:lstStyle/>
                    <a:p>
                      <a:pPr marL="27432" algn="l" fontAlgn="t"/>
                      <a:r>
                        <a:rPr lang="en-US" sz="700" u="none" strike="noStrike" kern="1200" dirty="0" err="1" smtClean="0">
                          <a:solidFill>
                            <a:schemeClr val="tx1"/>
                          </a:solidFill>
                          <a:effectLst/>
                          <a:latin typeface="+mn-lt"/>
                          <a:ea typeface="+mn-ea"/>
                          <a:cs typeface="+mn-cs"/>
                        </a:rPr>
                        <a:t>Engr</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Product</a:t>
                      </a:r>
                      <a:r>
                        <a:rPr lang="en-US" sz="700" u="none" strike="noStrike" kern="1200" baseline="0" dirty="0" smtClean="0">
                          <a:solidFill>
                            <a:schemeClr val="tx1"/>
                          </a:solidFill>
                          <a:effectLst/>
                          <a:latin typeface="+mn-lt"/>
                          <a:ea typeface="+mn-ea"/>
                          <a:cs typeface="+mn-cs"/>
                        </a:rPr>
                        <a:t> Structure</a:t>
                      </a:r>
                      <a:endParaRPr lang="en-US" sz="700" u="none" strike="noStrike" kern="1200" dirty="0">
                        <a:solidFill>
                          <a:schemeClr val="tx1"/>
                        </a:solidFill>
                        <a:effectLst/>
                        <a:latin typeface="+mn-lt"/>
                        <a:ea typeface="+mn-ea"/>
                        <a:cs typeface="+mn-cs"/>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b="0" i="0" u="none" strike="noStrike" dirty="0" smtClean="0">
                          <a:solidFill>
                            <a:schemeClr val="tx1"/>
                          </a:solidFill>
                          <a:effectLst/>
                          <a:latin typeface="+mn-lt"/>
                        </a:rPr>
                        <a:t>ALIPL</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b="0" i="0" u="none" strike="noStrike" dirty="0" smtClean="0">
                          <a:solidFill>
                            <a:schemeClr val="tx1"/>
                          </a:solidFill>
                          <a:effectLst/>
                          <a:latin typeface="+mn-lt"/>
                        </a:rPr>
                        <a:t>IC2</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Integrated</a:t>
                      </a:r>
                      <a:r>
                        <a:rPr lang="en-US" sz="700" u="none" strike="noStrike" kern="1200" baseline="0" dirty="0" smtClean="0">
                          <a:solidFill>
                            <a:schemeClr val="tx1"/>
                          </a:solidFill>
                          <a:effectLst/>
                          <a:latin typeface="+mn-lt"/>
                          <a:ea typeface="+mn-ea"/>
                          <a:cs typeface="+mn-cs"/>
                        </a:rPr>
                        <a:t> Work Statement</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rowSpan="3">
                  <a:txBody>
                    <a:bodyPr/>
                    <a:lstStyle/>
                    <a:p>
                      <a:pPr algn="l" fontAlgn="b"/>
                      <a:r>
                        <a:rPr lang="en-US" sz="700" u="none" strike="noStrike" kern="1200" dirty="0" smtClean="0">
                          <a:solidFill>
                            <a:schemeClr val="tx1"/>
                          </a:solidFill>
                          <a:effectLst/>
                          <a:latin typeface="+mn-lt"/>
                          <a:ea typeface="+mn-ea"/>
                          <a:cs typeface="+mn-cs"/>
                        </a:rPr>
                        <a:t>AP239, AP242</a:t>
                      </a:r>
                      <a:endParaRPr lang="en-US" sz="700" u="none" strike="noStrike" kern="1200" dirty="0">
                        <a:solidFill>
                          <a:schemeClr val="tx1"/>
                        </a:solidFill>
                        <a:effectLst/>
                        <a:latin typeface="+mn-lt"/>
                        <a:ea typeface="+mn-ea"/>
                        <a:cs typeface="+mn-cs"/>
                      </a:endParaRPr>
                    </a:p>
                  </a:txBody>
                  <a:tcPr marL="45720" marR="4572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89185">
                <a:tc>
                  <a:txBody>
                    <a:bodyPr/>
                    <a:lstStyle/>
                    <a:p>
                      <a:pPr marL="27432" algn="l" fontAlgn="t"/>
                      <a:r>
                        <a:rPr lang="en-US" sz="700" u="none" strike="noStrike" dirty="0">
                          <a:solidFill>
                            <a:schemeClr val="tx1"/>
                          </a:solidFill>
                          <a:effectLst/>
                          <a:latin typeface="+mn-lt"/>
                        </a:rPr>
                        <a:t>Change Management</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a:solidFill>
                            <a:schemeClr val="tx1"/>
                          </a:solidFill>
                          <a:effectLst/>
                          <a:latin typeface="+mn-lt"/>
                        </a:rPr>
                        <a:t>ECAS, IBEX, ACMS, ETAC, </a:t>
                      </a:r>
                      <a:r>
                        <a:rPr lang="en-US" sz="700" u="none" strike="noStrike" dirty="0" smtClean="0">
                          <a:solidFill>
                            <a:schemeClr val="tx1"/>
                          </a:solidFill>
                          <a:effectLst/>
                          <a:latin typeface="+mn-lt"/>
                        </a:rPr>
                        <a:t>CDS-PC</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sngStrike" baseline="0" dirty="0" smtClean="0">
                          <a:solidFill>
                            <a:schemeClr val="tx1"/>
                          </a:solidFill>
                          <a:effectLst/>
                          <a:latin typeface="+mn-lt"/>
                        </a:rPr>
                        <a:t>ECAS, IBEX, ACMS, CPS</a:t>
                      </a:r>
                      <a:r>
                        <a:rPr lang="en-US" sz="700" u="none" strike="sngStrike" dirty="0" smtClean="0">
                          <a:solidFill>
                            <a:schemeClr val="tx1"/>
                          </a:solidFill>
                          <a:effectLst/>
                          <a:latin typeface="+mn-lt"/>
                        </a:rPr>
                        <a:t>, CDS-PC, </a:t>
                      </a:r>
                      <a:r>
                        <a:rPr lang="en-US" sz="700" u="none" strike="noStrike" dirty="0" smtClean="0">
                          <a:solidFill>
                            <a:schemeClr val="tx1"/>
                          </a:solidFill>
                          <a:effectLst/>
                          <a:latin typeface="+mn-lt"/>
                        </a:rPr>
                        <a:t>ETAC,</a:t>
                      </a:r>
                      <a:r>
                        <a:rPr lang="en-US" sz="700" u="none" strike="noStrike" baseline="0" dirty="0" smtClean="0">
                          <a:solidFill>
                            <a:schemeClr val="tx1"/>
                          </a:solidFill>
                          <a:effectLst/>
                          <a:latin typeface="+mn-lt"/>
                        </a:rPr>
                        <a:t> CM Hub</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Change mgmt,</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Config.</a:t>
                      </a:r>
                      <a:r>
                        <a:rPr lang="en-US" sz="700" u="none" strike="noStrike" kern="1200" baseline="0" dirty="0" smtClean="0">
                          <a:solidFill>
                            <a:schemeClr val="tx1"/>
                          </a:solidFill>
                          <a:effectLst/>
                          <a:latin typeface="+mn-lt"/>
                          <a:ea typeface="+mn-ea"/>
                          <a:cs typeface="+mn-cs"/>
                        </a:rPr>
                        <a:t> mgmt, work events</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vMerge="1">
                  <a:txBody>
                    <a:bodyPr/>
                    <a:lstStyle/>
                    <a:p>
                      <a:pPr algn="l" fontAlgn="b"/>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213002">
                <a:tc>
                  <a:txBody>
                    <a:bodyPr/>
                    <a:lstStyle/>
                    <a:p>
                      <a:pPr marL="27432" algn="l" fontAlgn="t"/>
                      <a:r>
                        <a:rPr lang="en-US" sz="700" u="none" strike="noStrike" dirty="0">
                          <a:solidFill>
                            <a:schemeClr val="tx1"/>
                          </a:solidFill>
                          <a:effectLst/>
                          <a:latin typeface="+mn-lt"/>
                        </a:rPr>
                        <a:t>Scheduling</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a:solidFill>
                            <a:schemeClr val="tx1"/>
                          </a:solidFill>
                          <a:effectLst/>
                          <a:latin typeface="+mn-lt"/>
                        </a:rPr>
                        <a:t>CSPR/OPP, </a:t>
                      </a:r>
                      <a:r>
                        <a:rPr lang="en-US" sz="700" u="none" strike="noStrike" dirty="0" smtClean="0">
                          <a:solidFill>
                            <a:schemeClr val="tx1"/>
                          </a:solidFill>
                          <a:effectLst/>
                          <a:latin typeface="+mn-lt"/>
                        </a:rPr>
                        <a:t>ETAC, </a:t>
                      </a:r>
                      <a:r>
                        <a:rPr lang="en-US" sz="700" u="none" strike="noStrike" dirty="0">
                          <a:solidFill>
                            <a:schemeClr val="tx1"/>
                          </a:solidFill>
                          <a:effectLst/>
                          <a:latin typeface="+mn-lt"/>
                        </a:rPr>
                        <a:t>BigSky, BMAPS</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CSPR/OPP, ETAC, BigSky, BMAPS</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b"/>
                      <a:r>
                        <a:rPr lang="en-US" sz="700" u="none" strike="noStrike" kern="1200" dirty="0" smtClean="0">
                          <a:solidFill>
                            <a:schemeClr val="tx1"/>
                          </a:solidFill>
                          <a:effectLst/>
                          <a:latin typeface="+mn-lt"/>
                          <a:ea typeface="+mn-ea"/>
                          <a:cs typeface="+mn-cs"/>
                        </a:rPr>
                        <a:t>Skyline, PP&amp;C</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151944">
                <a:tc>
                  <a:txBody>
                    <a:bodyPr/>
                    <a:lstStyle/>
                    <a:p>
                      <a:pPr marL="27432" algn="l" fontAlgn="t"/>
                      <a:r>
                        <a:rPr lang="en-US" sz="700" u="none" strike="noStrike" dirty="0">
                          <a:solidFill>
                            <a:schemeClr val="tx1"/>
                          </a:solidFill>
                          <a:effectLst/>
                          <a:latin typeface="+mn-lt"/>
                        </a:rPr>
                        <a:t>Functional Architecture</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smtClean="0">
                          <a:solidFill>
                            <a:schemeClr val="tx1"/>
                          </a:solidFill>
                          <a:effectLst/>
                          <a:latin typeface="+mn-lt"/>
                        </a:rPr>
                        <a:t>SLATE(FI), Simulink</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baseline="0" dirty="0" smtClean="0">
                          <a:solidFill>
                            <a:schemeClr val="tx1"/>
                          </a:solidFill>
                          <a:effectLst/>
                          <a:latin typeface="+mn-lt"/>
                        </a:rPr>
                        <a:t>DESE</a:t>
                      </a:r>
                      <a:r>
                        <a:rPr lang="en-US" sz="700" u="none" strike="noStrike" dirty="0" smtClean="0">
                          <a:solidFill>
                            <a:schemeClr val="tx1"/>
                          </a:solidFill>
                          <a:effectLst/>
                          <a:latin typeface="+mn-lt"/>
                        </a:rPr>
                        <a:t>, Simulink, </a:t>
                      </a:r>
                      <a:r>
                        <a:rPr lang="en-US" sz="700" u="none" strike="noStrike" dirty="0" smtClean="0">
                          <a:solidFill>
                            <a:srgbClr val="0000FF"/>
                          </a:solidFill>
                          <a:effectLst/>
                          <a:latin typeface="+mn-lt"/>
                        </a:rPr>
                        <a:t>SRX</a:t>
                      </a:r>
                      <a:endParaRPr lang="en-US" sz="700" b="0" i="0" u="none" strike="noStrike" dirty="0">
                        <a:solidFill>
                          <a:srgbClr val="0000FF"/>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Cross Domain</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development </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rowSpan="3">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dirty="0" smtClean="0">
                          <a:solidFill>
                            <a:schemeClr val="tx1"/>
                          </a:solidFill>
                          <a:latin typeface="+mn-lt"/>
                        </a:rPr>
                        <a:t>SysML, UML, UPDM, XMI, OSLC, FMI, OWL, Modelica, AP239, AP233 </a:t>
                      </a:r>
                      <a:endParaRPr lang="en-US" sz="700" u="none" strike="noStrike" kern="1200" dirty="0">
                        <a:solidFill>
                          <a:schemeClr val="tx1"/>
                        </a:solidFill>
                        <a:effectLst/>
                        <a:latin typeface="+mn-lt"/>
                        <a:ea typeface="+mn-ea"/>
                        <a:cs typeface="+mn-cs"/>
                      </a:endParaRPr>
                    </a:p>
                  </a:txBody>
                  <a:tcPr marL="45720" marR="4572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51944">
                <a:tc>
                  <a:txBody>
                    <a:bodyPr/>
                    <a:lstStyle/>
                    <a:p>
                      <a:pPr marL="27432" algn="l" fontAlgn="t"/>
                      <a:r>
                        <a:rPr lang="en-US" sz="700" u="none" strike="noStrike" dirty="0">
                          <a:solidFill>
                            <a:schemeClr val="tx1"/>
                          </a:solidFill>
                          <a:effectLst/>
                          <a:latin typeface="+mn-lt"/>
                        </a:rPr>
                        <a:t>ICD Documentation</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smtClean="0">
                          <a:solidFill>
                            <a:schemeClr val="tx1"/>
                          </a:solidFill>
                          <a:effectLst/>
                          <a:latin typeface="+mn-lt"/>
                        </a:rPr>
                        <a:t>SLATE(FI)</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baseline="0" dirty="0" smtClean="0">
                          <a:solidFill>
                            <a:schemeClr val="tx1"/>
                          </a:solidFill>
                          <a:effectLst/>
                          <a:latin typeface="+mn-lt"/>
                        </a:rPr>
                        <a:t>DESE</a:t>
                      </a:r>
                      <a:r>
                        <a:rPr lang="en-US" sz="700" u="none" strike="noStrike" dirty="0" smtClean="0">
                          <a:solidFill>
                            <a:schemeClr val="tx1"/>
                          </a:solidFill>
                          <a:effectLst/>
                          <a:latin typeface="+mn-lt"/>
                        </a:rPr>
                        <a:t/>
                      </a:r>
                      <a:br>
                        <a:rPr lang="en-US" sz="700" u="none" strike="noStrike" dirty="0" smtClean="0">
                          <a:solidFill>
                            <a:schemeClr val="tx1"/>
                          </a:solidFill>
                          <a:effectLst/>
                          <a:latin typeface="+mn-lt"/>
                        </a:rPr>
                      </a:br>
                      <a:r>
                        <a:rPr lang="en-US" sz="700" u="none" strike="noStrike" dirty="0" smtClean="0">
                          <a:solidFill>
                            <a:schemeClr val="tx1"/>
                          </a:solidFill>
                          <a:effectLst/>
                          <a:latin typeface="+mn-lt"/>
                        </a:rPr>
                        <a:t>SLATE(FI)</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Cross Domain</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development </a:t>
                      </a:r>
                      <a:br>
                        <a:rPr lang="en-US" sz="700" u="none" strike="noStrike" kern="1200" dirty="0" smtClean="0">
                          <a:solidFill>
                            <a:schemeClr val="tx1"/>
                          </a:solidFill>
                          <a:effectLst/>
                          <a:latin typeface="+mn-lt"/>
                          <a:ea typeface="+mn-ea"/>
                          <a:cs typeface="+mn-cs"/>
                        </a:rPr>
                      </a:br>
                      <a:r>
                        <a:rPr lang="en-US" sz="700" u="none" strike="noStrike" dirty="0" smtClean="0">
                          <a:solidFill>
                            <a:schemeClr val="tx1"/>
                          </a:solidFill>
                          <a:effectLst/>
                          <a:latin typeface="+mn-lt"/>
                        </a:rPr>
                        <a:t>Network Interface Development</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206524">
                <a:tc>
                  <a:txBody>
                    <a:bodyPr/>
                    <a:lstStyle/>
                    <a:p>
                      <a:pPr marL="27432" algn="l" fontAlgn="t"/>
                      <a:r>
                        <a:rPr lang="en-US" sz="700" u="none" strike="noStrike" dirty="0">
                          <a:solidFill>
                            <a:schemeClr val="tx1"/>
                          </a:solidFill>
                          <a:effectLst/>
                          <a:latin typeface="+mn-lt"/>
                        </a:rPr>
                        <a:t>Logical Design</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smtClean="0">
                          <a:solidFill>
                            <a:schemeClr val="tx1"/>
                          </a:solidFill>
                          <a:effectLst/>
                          <a:latin typeface="+mn-lt"/>
                        </a:rPr>
                        <a:t>SLATE(FI), MAPPER-SR, CADDStation</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baseline="0" dirty="0" smtClean="0">
                          <a:solidFill>
                            <a:schemeClr val="tx1"/>
                          </a:solidFill>
                          <a:effectLst/>
                          <a:latin typeface="+mn-lt"/>
                        </a:rPr>
                        <a:t>DESE, </a:t>
                      </a:r>
                      <a:r>
                        <a:rPr lang="en-US" sz="700" u="none" strike="noStrike" dirty="0" smtClean="0">
                          <a:solidFill>
                            <a:srgbClr val="0000FF"/>
                          </a:solidFill>
                          <a:effectLst/>
                          <a:latin typeface="+mn-lt"/>
                        </a:rPr>
                        <a:t>BWS-DME, MODEST,</a:t>
                      </a:r>
                      <a:r>
                        <a:rPr lang="en-US" sz="700" u="none" strike="noStrike" baseline="0" dirty="0" smtClean="0">
                          <a:solidFill>
                            <a:srgbClr val="0000FF"/>
                          </a:solidFill>
                          <a:effectLst/>
                          <a:latin typeface="+mn-lt"/>
                        </a:rPr>
                        <a:t> </a:t>
                      </a:r>
                      <a:r>
                        <a:rPr lang="en-US" sz="700" u="none" strike="noStrike" baseline="0" dirty="0" err="1" smtClean="0">
                          <a:solidFill>
                            <a:srgbClr val="0000FF"/>
                          </a:solidFill>
                          <a:effectLst/>
                          <a:latin typeface="+mn-lt"/>
                        </a:rPr>
                        <a:t>Alegro</a:t>
                      </a:r>
                      <a:r>
                        <a:rPr lang="en-US" sz="700" u="none" strike="noStrike" baseline="0" dirty="0" smtClean="0">
                          <a:solidFill>
                            <a:srgbClr val="0000FF"/>
                          </a:solidFill>
                          <a:effectLst/>
                          <a:latin typeface="+mn-lt"/>
                        </a:rPr>
                        <a:t>, SRX</a:t>
                      </a:r>
                      <a:endParaRPr lang="en-US" sz="700" b="0" i="0" u="none" strike="noStrike" dirty="0">
                        <a:solidFill>
                          <a:srgbClr val="0000FF"/>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Cross Domain</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development,</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Logical</a:t>
                      </a:r>
                      <a:r>
                        <a:rPr lang="en-US" sz="700" u="none" strike="noStrike" kern="1200" baseline="0" dirty="0" smtClean="0">
                          <a:solidFill>
                            <a:schemeClr val="tx1"/>
                          </a:solidFill>
                          <a:effectLst/>
                          <a:latin typeface="+mn-lt"/>
                          <a:ea typeface="+mn-ea"/>
                          <a:cs typeface="+mn-cs"/>
                        </a:rPr>
                        <a:t> wiring</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305" algn="l" fontAlgn="t"/>
                      <a:r>
                        <a:rPr lang="en-US" sz="700" u="none" strike="noStrike" kern="1200" dirty="0" smtClean="0">
                          <a:solidFill>
                            <a:schemeClr val="tx1"/>
                          </a:solidFill>
                          <a:latin typeface="+mn-lt"/>
                          <a:ea typeface="+mn-ea"/>
                          <a:cs typeface="+mn-cs"/>
                        </a:rPr>
                        <a:t>Vehicle</a:t>
                      </a:r>
                      <a:r>
                        <a:rPr lang="en-US" sz="700" u="none" strike="noStrike" kern="1200" baseline="0" dirty="0" smtClean="0">
                          <a:solidFill>
                            <a:schemeClr val="tx1"/>
                          </a:solidFill>
                          <a:latin typeface="+mn-lt"/>
                          <a:ea typeface="+mn-ea"/>
                          <a:cs typeface="+mn-cs"/>
                        </a:rPr>
                        <a:t> Level Analysis, Test, and Cert</a:t>
                      </a:r>
                    </a:p>
                  </a:txBody>
                  <a:tcPr marL="17780" marR="17780" marT="45085" marB="450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b="0" i="0" u="none" strike="noStrike" dirty="0" smtClean="0">
                          <a:solidFill>
                            <a:schemeClr val="tx1"/>
                          </a:solidFill>
                          <a:latin typeface="+mn-lt"/>
                        </a:rPr>
                        <a:t>DCCS, AETP, TPERT, FTCS, FEA</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defTabSz="914400" rtl="0" eaLnBrk="1" fontAlgn="t" latinLnBrk="1" hangingPunct="1">
                        <a:lnSpc>
                          <a:spcPct val="100000"/>
                        </a:lnSpc>
                        <a:spcBef>
                          <a:spcPct val="0"/>
                        </a:spcBef>
                      </a:pPr>
                      <a:r>
                        <a:rPr lang="en-US" sz="700" b="0" i="0" u="none" strike="noStrike" baseline="0" dirty="0" smtClean="0">
                          <a:solidFill>
                            <a:schemeClr val="tx1"/>
                          </a:solidFill>
                          <a:latin typeface="+mn-lt"/>
                        </a:rPr>
                        <a:t>AETP, CFD++, DCCS, DESE, </a:t>
                      </a:r>
                      <a:r>
                        <a:rPr lang="en-US" sz="700" b="0" i="0" u="none" strike="noStrike" dirty="0" smtClean="0">
                          <a:solidFill>
                            <a:srgbClr val="0000FF"/>
                          </a:solidFill>
                          <a:latin typeface="+mn-lt"/>
                        </a:rPr>
                        <a:t>NASTRAN, </a:t>
                      </a:r>
                      <a:r>
                        <a:rPr lang="en-US" sz="700" b="0" i="0" u="none" strike="noStrike" dirty="0" smtClean="0">
                          <a:solidFill>
                            <a:schemeClr val="tx1"/>
                          </a:solidFill>
                          <a:latin typeface="+mn-lt"/>
                        </a:rPr>
                        <a:t>TPERT</a:t>
                      </a:r>
                      <a:endParaRPr lang="en-US" sz="700" b="0" i="0" u="none" strike="noStrike" baseline="0" dirty="0" smtClean="0">
                        <a:solidFill>
                          <a:schemeClr val="tx1"/>
                        </a:solidFill>
                        <a:latin typeface="+mn-lt"/>
                      </a:endParaRP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CCFF"/>
                    </a:solidFill>
                  </a:tcPr>
                </a:tc>
                <a:tc>
                  <a:txBody>
                    <a:bodyPr/>
                    <a:lstStyle/>
                    <a:p>
                      <a:pPr algn="l" fontAlgn="b"/>
                      <a:r>
                        <a:rPr lang="en-US" sz="700" u="none" strike="noStrike" kern="1200" dirty="0" smtClean="0">
                          <a:solidFill>
                            <a:schemeClr val="tx1"/>
                          </a:solidFill>
                          <a:latin typeface="+mn-lt"/>
                          <a:ea typeface="+mn-ea"/>
                          <a:cs typeface="+mn-cs"/>
                        </a:rPr>
                        <a:t>Analysis</a:t>
                      </a:r>
                      <a:r>
                        <a:rPr lang="en-US" sz="700" u="none" strike="noStrike" kern="1200" baseline="0" dirty="0" smtClean="0">
                          <a:solidFill>
                            <a:schemeClr val="tx1"/>
                          </a:solidFill>
                          <a:latin typeface="+mn-lt"/>
                          <a:ea typeface="+mn-ea"/>
                          <a:cs typeface="+mn-cs"/>
                        </a:rPr>
                        <a:t> Test, and Cert</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CCFF"/>
                    </a:solidFill>
                  </a:tcPr>
                </a:tc>
                <a:tc>
                  <a:txBody>
                    <a:bodyPr/>
                    <a:lstStyle/>
                    <a:p>
                      <a:pPr algn="l" fontAlgn="b"/>
                      <a:r>
                        <a:rPr lang="en-US" sz="700" u="none" strike="noStrike" kern="1200" dirty="0" smtClean="0">
                          <a:solidFill>
                            <a:schemeClr val="tx1"/>
                          </a:solidFill>
                          <a:latin typeface="+mn-lt"/>
                          <a:ea typeface="+mn-ea"/>
                          <a:cs typeface="+mn-cs"/>
                        </a:rPr>
                        <a:t>Analysis Data,</a:t>
                      </a:r>
                      <a:r>
                        <a:rPr lang="en-US" sz="700" u="none" strike="noStrike" kern="1200" baseline="0" dirty="0" smtClean="0">
                          <a:solidFill>
                            <a:schemeClr val="tx1"/>
                          </a:solidFill>
                          <a:latin typeface="+mn-lt"/>
                          <a:ea typeface="+mn-ea"/>
                          <a:cs typeface="+mn-cs"/>
                        </a:rPr>
                        <a:t> Test and Lab Data, Stress Notes, ESV, HDF5, others. </a:t>
                      </a:r>
                    </a:p>
                  </a:txBody>
                  <a:tcPr marL="45720" marR="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CCFF"/>
                    </a:solidFill>
                  </a:tcPr>
                </a:tc>
              </a:tr>
              <a:tr h="0">
                <a:tc>
                  <a:txBody>
                    <a:bodyPr/>
                    <a:lstStyle/>
                    <a:p>
                      <a:pPr marL="27432" algn="l" fontAlgn="t"/>
                      <a:r>
                        <a:rPr lang="en-US" sz="700" u="none" strike="noStrike" kern="1200" dirty="0" smtClean="0">
                          <a:solidFill>
                            <a:schemeClr val="tx1"/>
                          </a:solidFill>
                          <a:effectLst/>
                          <a:latin typeface="+mn-lt"/>
                          <a:ea typeface="+mn-ea"/>
                          <a:cs typeface="+mn-cs"/>
                        </a:rPr>
                        <a:t>Simulation</a:t>
                      </a:r>
                      <a:endParaRPr lang="en-US" sz="700" u="none" strike="noStrike" kern="1200" dirty="0">
                        <a:solidFill>
                          <a:schemeClr val="tx1"/>
                        </a:solidFill>
                        <a:effectLst/>
                        <a:latin typeface="+mn-lt"/>
                        <a:ea typeface="+mn-ea"/>
                        <a:cs typeface="+mn-cs"/>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kern="1200" dirty="0" smtClean="0">
                          <a:solidFill>
                            <a:schemeClr val="tx1"/>
                          </a:solidFill>
                          <a:effectLst/>
                          <a:latin typeface="+mn-lt"/>
                          <a:ea typeface="+mn-ea"/>
                          <a:cs typeface="+mn-cs"/>
                        </a:rPr>
                        <a:t>DELMIA</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700" u="none" strike="noStrike" kern="1200" dirty="0" err="1" smtClean="0">
                          <a:solidFill>
                            <a:schemeClr val="tx1"/>
                          </a:solidFill>
                          <a:effectLst/>
                          <a:latin typeface="+mn-lt"/>
                          <a:ea typeface="+mn-ea"/>
                          <a:cs typeface="+mn-cs"/>
                        </a:rPr>
                        <a:t>Simio</a:t>
                      </a:r>
                      <a:r>
                        <a:rPr lang="en-US" sz="700" u="none" strike="noStrike" kern="1200" dirty="0" smtClean="0">
                          <a:solidFill>
                            <a:schemeClr val="tx1"/>
                          </a:solidFill>
                          <a:effectLst/>
                          <a:latin typeface="+mn-lt"/>
                          <a:ea typeface="+mn-ea"/>
                          <a:cs typeface="+mn-cs"/>
                        </a:rPr>
                        <a:t>,</a:t>
                      </a:r>
                      <a:r>
                        <a:rPr lang="en-US" sz="700" u="none" strike="noStrike" kern="1200" baseline="0" dirty="0" smtClean="0">
                          <a:solidFill>
                            <a:schemeClr val="tx1"/>
                          </a:solidFill>
                          <a:effectLst/>
                          <a:latin typeface="+mn-lt"/>
                          <a:ea typeface="+mn-ea"/>
                          <a:cs typeface="+mn-cs"/>
                        </a:rPr>
                        <a:t> AURORA, 3DX DELMIA</a:t>
                      </a:r>
                      <a:r>
                        <a:rPr lang="en-US" sz="700" b="0" i="0" u="none" strike="noStrike" baseline="30000" dirty="0" smtClean="0">
                          <a:solidFill>
                            <a:schemeClr val="tx1"/>
                          </a:solidFill>
                          <a:effectLst/>
                          <a:latin typeface="+mn-lt"/>
                        </a:rPr>
                        <a:t>(1)</a:t>
                      </a:r>
                      <a:r>
                        <a:rPr lang="en-US" sz="700" u="none" strike="noStrike" kern="1200" dirty="0" smtClean="0">
                          <a:solidFill>
                            <a:schemeClr val="tx1"/>
                          </a:solidFill>
                          <a:effectLst/>
                          <a:latin typeface="+mn-lt"/>
                          <a:ea typeface="+mn-ea"/>
                          <a:cs typeface="+mn-cs"/>
                        </a:rPr>
                        <a:t>,</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JSSTK-CMAD</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Discrete Event,</a:t>
                      </a:r>
                      <a:r>
                        <a:rPr lang="en-US" sz="700" u="none" strike="noStrike" kern="1200" baseline="0" dirty="0" smtClean="0">
                          <a:solidFill>
                            <a:schemeClr val="tx1"/>
                          </a:solidFill>
                          <a:effectLst/>
                          <a:latin typeface="+mn-lt"/>
                          <a:ea typeface="+mn-ea"/>
                          <a:cs typeface="+mn-cs"/>
                        </a:rPr>
                        <a:t> P</a:t>
                      </a:r>
                      <a:r>
                        <a:rPr lang="en-US" sz="700" u="none" strike="noStrike" kern="1200" dirty="0" smtClean="0">
                          <a:solidFill>
                            <a:schemeClr val="tx1"/>
                          </a:solidFill>
                          <a:effectLst/>
                          <a:latin typeface="+mn-lt"/>
                          <a:ea typeface="+mn-ea"/>
                          <a:cs typeface="+mn-cs"/>
                        </a:rPr>
                        <a:t>roduct,</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Production system and support</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dirty="0" err="1" smtClean="0">
                          <a:solidFill>
                            <a:schemeClr val="tx1"/>
                          </a:solidFill>
                        </a:rPr>
                        <a:t>SysML</a:t>
                      </a:r>
                      <a:r>
                        <a:rPr lang="en-US" sz="700" dirty="0" smtClean="0">
                          <a:solidFill>
                            <a:schemeClr val="tx1"/>
                          </a:solidFill>
                        </a:rPr>
                        <a:t>, </a:t>
                      </a:r>
                      <a:r>
                        <a:rPr lang="en-US" sz="700" dirty="0" err="1" smtClean="0">
                          <a:solidFill>
                            <a:schemeClr val="tx1"/>
                          </a:solidFill>
                        </a:rPr>
                        <a:t>UML</a:t>
                      </a:r>
                      <a:r>
                        <a:rPr lang="en-US" sz="700" dirty="0" smtClean="0">
                          <a:solidFill>
                            <a:schemeClr val="tx1"/>
                          </a:solidFill>
                        </a:rPr>
                        <a:t>, </a:t>
                      </a:r>
                      <a:r>
                        <a:rPr lang="en-US" sz="700" dirty="0" err="1" smtClean="0">
                          <a:solidFill>
                            <a:schemeClr val="tx1"/>
                          </a:solidFill>
                        </a:rPr>
                        <a:t>UPDM</a:t>
                      </a:r>
                      <a:r>
                        <a:rPr lang="en-US" sz="700" dirty="0" smtClean="0">
                          <a:solidFill>
                            <a:schemeClr val="tx1"/>
                          </a:solidFill>
                        </a:rPr>
                        <a:t>, </a:t>
                      </a:r>
                      <a:r>
                        <a:rPr lang="en-US" sz="700" dirty="0" err="1" smtClean="0">
                          <a:solidFill>
                            <a:schemeClr val="tx1"/>
                          </a:solidFill>
                        </a:rPr>
                        <a:t>XMI</a:t>
                      </a:r>
                      <a:r>
                        <a:rPr lang="en-US" sz="700" dirty="0" smtClean="0">
                          <a:solidFill>
                            <a:schemeClr val="tx1"/>
                          </a:solidFill>
                        </a:rPr>
                        <a:t>, </a:t>
                      </a:r>
                      <a:r>
                        <a:rPr lang="en-US" sz="700" dirty="0" err="1" smtClean="0">
                          <a:solidFill>
                            <a:schemeClr val="tx1"/>
                          </a:solidFill>
                        </a:rPr>
                        <a:t>OSLC</a:t>
                      </a:r>
                      <a:r>
                        <a:rPr lang="en-US" sz="700" dirty="0" smtClean="0">
                          <a:solidFill>
                            <a:schemeClr val="tx1"/>
                          </a:solidFill>
                        </a:rPr>
                        <a:t>, </a:t>
                      </a:r>
                      <a:r>
                        <a:rPr lang="en-US" sz="700" dirty="0" err="1" smtClean="0">
                          <a:solidFill>
                            <a:schemeClr val="tx1"/>
                          </a:solidFill>
                        </a:rPr>
                        <a:t>FMI</a:t>
                      </a:r>
                      <a:r>
                        <a:rPr lang="en-US" sz="700" dirty="0" smtClean="0">
                          <a:solidFill>
                            <a:schemeClr val="tx1"/>
                          </a:solidFill>
                        </a:rPr>
                        <a:t>, OWL, </a:t>
                      </a:r>
                      <a:r>
                        <a:rPr lang="en-US" sz="700" dirty="0" err="1" smtClean="0">
                          <a:solidFill>
                            <a:schemeClr val="tx1"/>
                          </a:solidFill>
                        </a:rPr>
                        <a:t>Modelica</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CCFF"/>
                    </a:solidFill>
                  </a:tcPr>
                </a:tc>
              </a:tr>
              <a:tr h="0">
                <a:tc>
                  <a:txBody>
                    <a:bodyPr/>
                    <a:lstStyle/>
                    <a:p>
                      <a:pPr marL="27432" algn="l" fontAlgn="t"/>
                      <a:r>
                        <a:rPr lang="en-US" sz="700" u="none" strike="noStrike" dirty="0">
                          <a:solidFill>
                            <a:schemeClr val="tx1"/>
                          </a:solidFill>
                          <a:effectLst/>
                          <a:latin typeface="+mn-lt"/>
                        </a:rPr>
                        <a:t>Electrical Design</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smtClean="0">
                          <a:solidFill>
                            <a:schemeClr val="tx1"/>
                          </a:solidFill>
                          <a:effectLst/>
                          <a:latin typeface="+mn-lt"/>
                        </a:rPr>
                        <a:t>MAPPER,</a:t>
                      </a:r>
                      <a:r>
                        <a:rPr lang="en-US" sz="700" u="none" strike="noStrike" baseline="0" dirty="0" smtClean="0">
                          <a:solidFill>
                            <a:schemeClr val="tx1"/>
                          </a:solidFill>
                          <a:effectLst/>
                          <a:latin typeface="+mn-lt"/>
                        </a:rPr>
                        <a:t> CADDStation, multiple others</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b="0" i="0" u="none" strike="noStrike" dirty="0" smtClean="0">
                          <a:solidFill>
                            <a:schemeClr val="tx1"/>
                          </a:solidFill>
                          <a:effectLst/>
                          <a:latin typeface="+mn-lt"/>
                        </a:rPr>
                        <a:t>BWS-CM,</a:t>
                      </a:r>
                      <a:r>
                        <a:rPr lang="en-US" sz="700" b="0" i="0" u="none" strike="noStrike" baseline="0" dirty="0" smtClean="0">
                          <a:solidFill>
                            <a:schemeClr val="tx1"/>
                          </a:solidFill>
                          <a:effectLst/>
                          <a:latin typeface="+mn-lt"/>
                        </a:rPr>
                        <a:t> </a:t>
                      </a:r>
                      <a:r>
                        <a:rPr lang="en-US" sz="700" b="0" i="0" u="none" strike="noStrike" dirty="0" smtClean="0">
                          <a:solidFill>
                            <a:schemeClr val="tx1"/>
                          </a:solidFill>
                          <a:effectLst/>
                          <a:latin typeface="+mn-lt"/>
                        </a:rPr>
                        <a:t>BWS-DME</a:t>
                      </a:r>
                      <a:r>
                        <a:rPr lang="en-US" sz="700" b="0" i="0" u="none" strike="noStrike" dirty="0" smtClean="0">
                          <a:solidFill>
                            <a:srgbClr val="0000FF"/>
                          </a:solidFill>
                          <a:effectLst/>
                          <a:latin typeface="+mn-lt"/>
                        </a:rPr>
                        <a:t>,</a:t>
                      </a:r>
                      <a:r>
                        <a:rPr lang="en-US" sz="700" b="0" i="0" u="none" strike="noStrike" baseline="0" dirty="0" smtClean="0">
                          <a:solidFill>
                            <a:srgbClr val="0000FF"/>
                          </a:solidFill>
                          <a:effectLst/>
                          <a:latin typeface="+mn-lt"/>
                        </a:rPr>
                        <a:t> </a:t>
                      </a:r>
                      <a:r>
                        <a:rPr lang="en-US" sz="700" b="0" i="0" u="none" strike="noStrike" dirty="0" smtClean="0">
                          <a:solidFill>
                            <a:srgbClr val="0000FF"/>
                          </a:solidFill>
                          <a:effectLst/>
                          <a:latin typeface="+mn-lt"/>
                        </a:rPr>
                        <a:t>Mentor Capital Suite</a:t>
                      </a:r>
                      <a:r>
                        <a:rPr lang="en-US" sz="700" b="0" i="0" u="none" strike="noStrike" dirty="0" smtClean="0">
                          <a:solidFill>
                            <a:schemeClr val="tx1"/>
                          </a:solidFill>
                          <a:effectLst/>
                          <a:latin typeface="+mn-lt"/>
                        </a:rPr>
                        <a:t>,</a:t>
                      </a:r>
                      <a:r>
                        <a:rPr lang="en-US" sz="700" b="0" i="0" u="none" strike="noStrike" baseline="0" dirty="0" smtClean="0">
                          <a:solidFill>
                            <a:schemeClr val="tx1"/>
                          </a:solidFill>
                          <a:effectLst/>
                          <a:latin typeface="+mn-lt"/>
                        </a:rPr>
                        <a:t> </a:t>
                      </a:r>
                      <a:r>
                        <a:rPr lang="en-US" sz="700" u="none" strike="noStrike" baseline="0" dirty="0" smtClean="0">
                          <a:solidFill>
                            <a:schemeClr val="tx1"/>
                          </a:solidFill>
                          <a:effectLst/>
                          <a:latin typeface="+mn-lt"/>
                        </a:rPr>
                        <a:t>R2K, </a:t>
                      </a:r>
                      <a:br>
                        <a:rPr lang="en-US" sz="700" u="none" strike="noStrike" baseline="0" dirty="0" smtClean="0">
                          <a:solidFill>
                            <a:schemeClr val="tx1"/>
                          </a:solidFill>
                          <a:effectLst/>
                          <a:latin typeface="+mn-lt"/>
                        </a:rPr>
                      </a:br>
                      <a:r>
                        <a:rPr lang="en-US" sz="700" u="none" strike="noStrike" baseline="0" dirty="0" smtClean="0">
                          <a:solidFill>
                            <a:schemeClr val="tx1"/>
                          </a:solidFill>
                          <a:effectLst/>
                          <a:latin typeface="+mn-lt"/>
                        </a:rPr>
                        <a:t>FI-ODS, SAV, BOEBE5-Apps</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Logical</a:t>
                      </a:r>
                      <a:r>
                        <a:rPr lang="en-US" sz="700" u="none" strike="noStrike" kern="1200" baseline="0" dirty="0" smtClean="0">
                          <a:solidFill>
                            <a:schemeClr val="tx1"/>
                          </a:solidFill>
                          <a:effectLst/>
                          <a:latin typeface="+mn-lt"/>
                          <a:ea typeface="+mn-ea"/>
                          <a:cs typeface="+mn-cs"/>
                        </a:rPr>
                        <a:t> and physical wiring</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baseline="0" dirty="0" smtClean="0">
                          <a:solidFill>
                            <a:schemeClr val="tx1"/>
                          </a:solidFill>
                          <a:effectLst/>
                          <a:latin typeface="+mn-lt"/>
                          <a:ea typeface="+mn-ea"/>
                          <a:cs typeface="+mn-cs"/>
                        </a:rPr>
                        <a:t>AP242, CGM, SVG, </a:t>
                      </a:r>
                      <a:r>
                        <a:rPr lang="en-US" sz="700" u="none" strike="noStrike" kern="1200" dirty="0" smtClean="0">
                          <a:solidFill>
                            <a:schemeClr val="tx1"/>
                          </a:solidFill>
                          <a:effectLst/>
                          <a:latin typeface="+mn-lt"/>
                          <a:ea typeface="+mn-ea"/>
                          <a:cs typeface="+mn-cs"/>
                        </a:rPr>
                        <a:t>AP232,</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AP239, S1000D,</a:t>
                      </a:r>
                      <a:r>
                        <a:rPr lang="en-US" sz="700" u="none" strike="noStrike" kern="1200" baseline="0" dirty="0" smtClean="0">
                          <a:solidFill>
                            <a:schemeClr val="tx1"/>
                          </a:solidFill>
                          <a:effectLst/>
                          <a:latin typeface="+mn-lt"/>
                          <a:ea typeface="+mn-ea"/>
                          <a:cs typeface="+mn-cs"/>
                        </a:rPr>
                        <a:t> OSLC</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CAD Authoring</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a:solidFill>
                            <a:schemeClr val="tx1"/>
                          </a:solidFill>
                          <a:effectLst/>
                          <a:latin typeface="+mn-lt"/>
                        </a:rPr>
                        <a:t>CATIA V5</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CATIA V5</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3D Model</a:t>
                      </a:r>
                      <a:r>
                        <a:rPr lang="en-US" sz="700" u="none" strike="noStrike" kern="1200" baseline="0" dirty="0" smtClean="0">
                          <a:solidFill>
                            <a:schemeClr val="tx1"/>
                          </a:solidFill>
                          <a:effectLst/>
                          <a:latin typeface="+mn-lt"/>
                          <a:ea typeface="+mn-ea"/>
                          <a:cs typeface="+mn-cs"/>
                        </a:rPr>
                        <a:t> Based Definition</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rowSpan="2">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AP242</a:t>
                      </a:r>
                    </a:p>
                  </a:txBody>
                  <a:tcPr marL="45720" marR="4572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CAD Storage</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smtClean="0">
                          <a:solidFill>
                            <a:schemeClr val="tx1"/>
                          </a:solidFill>
                          <a:effectLst/>
                          <a:latin typeface="+mn-lt"/>
                        </a:rPr>
                        <a:t>ENOVIA LCA</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ENOVIA LCA</a:t>
                      </a:r>
                      <a:endParaRPr lang="en-US" sz="700" b="1"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3D Model</a:t>
                      </a:r>
                      <a:r>
                        <a:rPr lang="en-US" sz="700" u="none" strike="noStrike" kern="1200" baseline="0" dirty="0" smtClean="0">
                          <a:solidFill>
                            <a:schemeClr val="tx1"/>
                          </a:solidFill>
                          <a:effectLst/>
                          <a:latin typeface="+mn-lt"/>
                          <a:ea typeface="+mn-ea"/>
                          <a:cs typeface="+mn-cs"/>
                        </a:rPr>
                        <a:t> Based Definition</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Spatial Integration</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a:solidFill>
                            <a:schemeClr val="tx1"/>
                          </a:solidFill>
                          <a:effectLst/>
                          <a:latin typeface="+mn-lt"/>
                        </a:rPr>
                        <a:t>IVT suite</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dirty="0" smtClean="0">
                          <a:solidFill>
                            <a:schemeClr val="tx1"/>
                          </a:solidFill>
                          <a:effectLst/>
                          <a:latin typeface="+mn-lt"/>
                        </a:rPr>
                        <a:t>IVT suite</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Spatial integration</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AP242,</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PRC,</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JT,</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FT</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kern="1200" dirty="0">
                          <a:solidFill>
                            <a:schemeClr val="tx1"/>
                          </a:solidFill>
                          <a:effectLst/>
                          <a:latin typeface="+mn-lt"/>
                          <a:ea typeface="+mn-ea"/>
                          <a:cs typeface="+mn-cs"/>
                        </a:rPr>
                        <a:t>EBOM</a:t>
                      </a: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EA8B"/>
                    </a:solidFill>
                  </a:tcPr>
                </a:tc>
                <a:tc>
                  <a:txBody>
                    <a:bodyPr/>
                    <a:lstStyle/>
                    <a:p>
                      <a:pPr algn="l" fontAlgn="t"/>
                      <a:r>
                        <a:rPr lang="en-US" sz="700" u="none" strike="noStrike" dirty="0" smtClean="0">
                          <a:solidFill>
                            <a:schemeClr val="tx1"/>
                          </a:solidFill>
                          <a:effectLst/>
                          <a:latin typeface="+mn-lt"/>
                        </a:rPr>
                        <a:t>ENOVIA LCA</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dirty="0" smtClean="0">
                          <a:solidFill>
                            <a:schemeClr val="tx1"/>
                          </a:solidFill>
                          <a:effectLst/>
                          <a:latin typeface="+mn-lt"/>
                        </a:rPr>
                        <a:t>ENOVIA LCA</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b="0" i="0" u="none" strike="noStrike" dirty="0" smtClean="0">
                          <a:solidFill>
                            <a:schemeClr val="tx1"/>
                          </a:solidFill>
                          <a:effectLst/>
                          <a:latin typeface="+mn-lt"/>
                        </a:rPr>
                        <a:t>Engineering</a:t>
                      </a:r>
                      <a:r>
                        <a:rPr lang="en-US" sz="700" b="0" i="0" u="none" strike="noStrike" baseline="0" dirty="0" smtClean="0">
                          <a:solidFill>
                            <a:schemeClr val="tx1"/>
                          </a:solidFill>
                          <a:effectLst/>
                          <a:latin typeface="+mn-lt"/>
                        </a:rPr>
                        <a:t> Bill of Materials</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AP232,</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AP239</a:t>
                      </a:r>
                    </a:p>
                  </a:txBody>
                  <a:tcPr marL="45720" marR="4572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61274">
                <a:tc>
                  <a:txBody>
                    <a:bodyPr/>
                    <a:lstStyle/>
                    <a:p>
                      <a:pPr marL="27432" algn="l" fontAlgn="t"/>
                      <a:r>
                        <a:rPr lang="en-US" sz="700" u="none" strike="noStrike" kern="1200" dirty="0" smtClean="0">
                          <a:solidFill>
                            <a:schemeClr val="tx1"/>
                          </a:solidFill>
                          <a:effectLst/>
                          <a:latin typeface="+mn-lt"/>
                          <a:ea typeface="+mn-ea"/>
                          <a:cs typeface="+mn-cs"/>
                        </a:rPr>
                        <a:t>EBOM (Electrical)</a:t>
                      </a:r>
                      <a:endParaRPr lang="en-US" sz="700" u="none" strike="noStrike" kern="1200" dirty="0">
                        <a:solidFill>
                          <a:schemeClr val="tx1"/>
                        </a:solidFill>
                        <a:effectLst/>
                        <a:latin typeface="+mn-lt"/>
                        <a:ea typeface="+mn-ea"/>
                        <a:cs typeface="+mn-cs"/>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FEA8B"/>
                    </a:solidFill>
                  </a:tcPr>
                </a:tc>
                <a:tc>
                  <a:txBody>
                    <a:bodyPr/>
                    <a:lstStyle/>
                    <a:p>
                      <a:pPr algn="l" fontAlgn="t"/>
                      <a:r>
                        <a:rPr lang="en-US" sz="700" u="none" strike="noStrike" dirty="0" smtClean="0">
                          <a:solidFill>
                            <a:schemeClr val="tx1"/>
                          </a:solidFill>
                          <a:effectLst/>
                          <a:latin typeface="+mn-lt"/>
                        </a:rPr>
                        <a:t>ENOVIA LCA, MAPPER</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dirty="0" smtClean="0">
                          <a:solidFill>
                            <a:schemeClr val="tx1"/>
                          </a:solidFill>
                          <a:effectLst/>
                          <a:latin typeface="+mn-lt"/>
                        </a:rPr>
                        <a:t>ENOVIA LCA, BWS-CM, BWS-DME</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b="0" i="0" u="none" strike="noStrike" dirty="0" smtClean="0">
                          <a:solidFill>
                            <a:schemeClr val="tx1"/>
                          </a:solidFill>
                          <a:effectLst/>
                          <a:latin typeface="+mn-lt"/>
                        </a:rPr>
                        <a:t>Engineering</a:t>
                      </a:r>
                      <a:r>
                        <a:rPr lang="en-US" sz="700" b="0" i="0" u="none" strike="noStrike" baseline="0" dirty="0" smtClean="0">
                          <a:solidFill>
                            <a:schemeClr val="tx1"/>
                          </a:solidFill>
                          <a:effectLst/>
                          <a:latin typeface="+mn-lt"/>
                        </a:rPr>
                        <a:t> Bill of Materials</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28682">
                <a:tc>
                  <a:txBody>
                    <a:bodyPr/>
                    <a:lstStyle/>
                    <a:p>
                      <a:pPr marL="27432" algn="l" fontAlgn="t"/>
                      <a:r>
                        <a:rPr lang="en-US" sz="700" u="none" strike="noStrike" dirty="0">
                          <a:solidFill>
                            <a:schemeClr val="tx1"/>
                          </a:solidFill>
                          <a:effectLst/>
                          <a:latin typeface="+mn-lt"/>
                        </a:rPr>
                        <a:t>MBOM</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a:solidFill>
                            <a:schemeClr val="tx1"/>
                          </a:solidFill>
                          <a:effectLst/>
                          <a:latin typeface="+mn-lt"/>
                        </a:rPr>
                        <a:t>DELMIA</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dirty="0" smtClean="0">
                          <a:solidFill>
                            <a:schemeClr val="tx1"/>
                          </a:solidFill>
                          <a:effectLst/>
                          <a:latin typeface="+mn-lt"/>
                        </a:rPr>
                        <a:t>DELMIA</a:t>
                      </a:r>
                      <a:r>
                        <a:rPr lang="en-US" sz="700" b="0" i="0" u="none" strike="noStrike" baseline="30000" dirty="0" smtClean="0">
                          <a:solidFill>
                            <a:schemeClr val="tx1"/>
                          </a:solidFill>
                          <a:effectLst/>
                          <a:latin typeface="+mn-lt"/>
                        </a:rPr>
                        <a:t>(1)</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b="0" i="0" u="none" strike="noStrike" dirty="0" smtClean="0">
                          <a:solidFill>
                            <a:schemeClr val="tx1"/>
                          </a:solidFill>
                          <a:effectLst/>
                          <a:latin typeface="+mn-lt"/>
                        </a:rPr>
                        <a:t>Manufacturing</a:t>
                      </a:r>
                      <a:r>
                        <a:rPr lang="en-US" sz="700" b="0" i="0" u="none" strike="noStrike" baseline="0" dirty="0" smtClean="0">
                          <a:solidFill>
                            <a:schemeClr val="tx1"/>
                          </a:solidFill>
                          <a:effectLst/>
                          <a:latin typeface="+mn-lt"/>
                        </a:rPr>
                        <a:t> Bill of Materials</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rowSpan="2">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AP239, AP242</a:t>
                      </a:r>
                      <a:endParaRPr lang="en-US" sz="700" b="0" i="0" u="none" strike="noStrike" dirty="0" smtClean="0">
                        <a:solidFill>
                          <a:schemeClr val="tx1"/>
                        </a:solidFill>
                        <a:effectLst/>
                        <a:latin typeface="+mn-lt"/>
                      </a:endParaRPr>
                    </a:p>
                  </a:txBody>
                  <a:tcPr marL="45720" marR="4572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59152">
                <a:tc>
                  <a:txBody>
                    <a:bodyPr/>
                    <a:lstStyle/>
                    <a:p>
                      <a:pPr marL="27432" algn="l" fontAlgn="t"/>
                      <a:r>
                        <a:rPr lang="en-US" sz="700" u="none" strike="noStrike" dirty="0">
                          <a:solidFill>
                            <a:schemeClr val="tx1"/>
                          </a:solidFill>
                          <a:effectLst/>
                          <a:latin typeface="+mn-lt"/>
                        </a:rPr>
                        <a:t>Plan </a:t>
                      </a:r>
                      <a:r>
                        <a:rPr lang="en-US" sz="700" u="none" strike="noStrike" dirty="0" smtClean="0">
                          <a:solidFill>
                            <a:schemeClr val="tx1"/>
                          </a:solidFill>
                          <a:effectLst/>
                          <a:latin typeface="+mn-lt"/>
                        </a:rPr>
                        <a:t>Authoring (IP)</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smtClean="0">
                          <a:solidFill>
                            <a:schemeClr val="tx1"/>
                          </a:solidFill>
                          <a:effectLst/>
                          <a:latin typeface="+mn-lt"/>
                        </a:rPr>
                        <a:t>DELMIA, 3DVia</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DELMIA</a:t>
                      </a:r>
                      <a:r>
                        <a:rPr lang="en-US" sz="700" b="0" i="0" u="none" strike="noStrike" baseline="30000" dirty="0" smtClean="0">
                          <a:solidFill>
                            <a:schemeClr val="tx1"/>
                          </a:solidFill>
                          <a:effectLst/>
                          <a:latin typeface="+mn-lt"/>
                        </a:rPr>
                        <a:t>(1)</a:t>
                      </a: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Manufacturing planning</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700" b="0" i="0" u="none" strike="noStrike" dirty="0" smtClean="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93382">
                <a:tc>
                  <a:txBody>
                    <a:bodyPr/>
                    <a:lstStyle/>
                    <a:p>
                      <a:pPr marL="27432" algn="l" fontAlgn="t"/>
                      <a:r>
                        <a:rPr lang="en-US" sz="700" u="none" strike="noStrike" dirty="0">
                          <a:solidFill>
                            <a:schemeClr val="tx1"/>
                          </a:solidFill>
                          <a:effectLst/>
                        </a:rPr>
                        <a:t>PDD Distribution</a:t>
                      </a:r>
                      <a:endParaRPr lang="en-US" sz="700" b="0" i="0" u="none" strike="noStrike" dirty="0">
                        <a:solidFill>
                          <a:schemeClr val="tx1"/>
                        </a:solidFill>
                        <a:effectLst/>
                        <a:latin typeface="Calibri" panose="020F0502020204030204" pitchFamily="34" charset="0"/>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smtClean="0">
                          <a:solidFill>
                            <a:schemeClr val="tx1"/>
                          </a:solidFill>
                          <a:effectLst/>
                        </a:rPr>
                        <a:t>REDARS/EID, </a:t>
                      </a:r>
                      <a:r>
                        <a:rPr lang="en-US" sz="700" u="none" strike="noStrike" dirty="0">
                          <a:solidFill>
                            <a:schemeClr val="tx1"/>
                          </a:solidFill>
                          <a:effectLst/>
                        </a:rPr>
                        <a:t>DELMIA, VELOCITY, CDW</a:t>
                      </a:r>
                      <a:endParaRPr lang="en-US" sz="700" b="0" i="0" u="none" strike="noStrike" dirty="0">
                        <a:solidFill>
                          <a:schemeClr val="tx1"/>
                        </a:solidFill>
                        <a:effectLst/>
                        <a:latin typeface="Calibri" panose="020F0502020204030204" pitchFamily="34" charset="0"/>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rPr>
                        <a:t>REDARS/EID</a:t>
                      </a:r>
                      <a:r>
                        <a:rPr lang="en-US" sz="700" u="none" strike="noStrike" baseline="0" dirty="0" smtClean="0">
                          <a:solidFill>
                            <a:schemeClr val="tx1"/>
                          </a:solidFill>
                          <a:effectLst/>
                        </a:rPr>
                        <a:t>, DELMIA, SPDM, ADADS</a:t>
                      </a:r>
                      <a:endParaRPr lang="en-US" sz="700" u="none" strike="noStrike" kern="1200" baseline="300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Data</a:t>
                      </a:r>
                      <a:r>
                        <a:rPr lang="en-US" sz="700" u="none" strike="noStrike" kern="1200" baseline="0" dirty="0" smtClean="0">
                          <a:solidFill>
                            <a:schemeClr val="tx1"/>
                          </a:solidFill>
                          <a:effectLst/>
                          <a:latin typeface="+mn-lt"/>
                          <a:ea typeface="+mn-ea"/>
                          <a:cs typeface="+mn-cs"/>
                        </a:rPr>
                        <a:t> distribution</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3DPDF, PDF, TIFF, </a:t>
                      </a:r>
                      <a:r>
                        <a:rPr lang="en-US" sz="700" u="none" strike="noStrike" kern="1200" dirty="0" err="1" smtClean="0">
                          <a:solidFill>
                            <a:schemeClr val="tx1"/>
                          </a:solidFill>
                          <a:effectLst/>
                          <a:latin typeface="+mn-lt"/>
                          <a:ea typeface="+mn-ea"/>
                          <a:cs typeface="+mn-cs"/>
                        </a:rPr>
                        <a:t>AP242</a:t>
                      </a:r>
                      <a:r>
                        <a:rPr lang="en-US" sz="700" u="none" strike="noStrike" kern="1200" dirty="0" smtClean="0">
                          <a:solidFill>
                            <a:schemeClr val="tx1"/>
                          </a:solidFill>
                          <a:effectLst/>
                          <a:latin typeface="+mn-lt"/>
                          <a:ea typeface="+mn-ea"/>
                          <a:cs typeface="+mn-cs"/>
                        </a:rPr>
                        <a:t>, XML</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Shop Floor Viewing</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smtClean="0">
                          <a:solidFill>
                            <a:schemeClr val="tx1"/>
                          </a:solidFill>
                          <a:effectLst/>
                          <a:latin typeface="+mn-lt"/>
                        </a:rPr>
                        <a:t>REDARS/EID, IVT</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dirty="0" smtClean="0">
                          <a:solidFill>
                            <a:schemeClr val="tx1"/>
                          </a:solidFill>
                          <a:effectLst/>
                          <a:latin typeface="+mn-lt"/>
                        </a:rPr>
                        <a:t>REDARS/EID, </a:t>
                      </a:r>
                      <a:r>
                        <a:rPr lang="en-US" sz="700" u="none" strike="noStrike" kern="1200" dirty="0" smtClean="0">
                          <a:solidFill>
                            <a:schemeClr val="tx1"/>
                          </a:solidFill>
                          <a:effectLst/>
                          <a:latin typeface="+mn-lt"/>
                          <a:ea typeface="+mn-ea"/>
                          <a:cs typeface="+mn-cs"/>
                        </a:rPr>
                        <a:t>IVT, EMOM [IP], CMES-BCA [ADPP]</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Plan execution</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3DPDF, PDF, TIFF, AP242,</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PRC, JT,</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FT</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b="0" i="0" u="none" strike="noStrike" dirty="0" smtClean="0">
                          <a:solidFill>
                            <a:schemeClr val="tx1"/>
                          </a:solidFill>
                          <a:effectLst/>
                          <a:latin typeface="+mn-lt"/>
                        </a:rPr>
                        <a:t>Inventory Management</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err="1" smtClean="0">
                          <a:solidFill>
                            <a:schemeClr val="tx1"/>
                          </a:solidFill>
                          <a:effectLst/>
                          <a:latin typeface="+mn-lt"/>
                        </a:rPr>
                        <a:t>ERPLN</a:t>
                      </a:r>
                      <a:r>
                        <a:rPr lang="en-US" sz="700" u="none" strike="noStrike" dirty="0" smtClean="0">
                          <a:solidFill>
                            <a:schemeClr val="tx1"/>
                          </a:solidFill>
                          <a:effectLst/>
                          <a:latin typeface="+mn-lt"/>
                        </a:rPr>
                        <a:t>, </a:t>
                      </a:r>
                      <a:r>
                        <a:rPr lang="en-US" sz="700" u="none" strike="noStrike" dirty="0" err="1" smtClean="0">
                          <a:solidFill>
                            <a:schemeClr val="tx1"/>
                          </a:solidFill>
                          <a:effectLst/>
                          <a:latin typeface="+mn-lt"/>
                        </a:rPr>
                        <a:t>SCMP</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b="0" i="0" u="none" strike="noStrike" dirty="0" smtClean="0">
                          <a:solidFill>
                            <a:schemeClr val="tx1"/>
                          </a:solidFill>
                          <a:effectLst/>
                          <a:latin typeface="+mn-lt"/>
                        </a:rPr>
                        <a:t>ERPLN</a:t>
                      </a:r>
                      <a:r>
                        <a:rPr lang="en-US" sz="700" b="0" i="0" u="none" strike="noStrike" baseline="30000" dirty="0" smtClean="0">
                          <a:solidFill>
                            <a:schemeClr val="tx1"/>
                          </a:solidFill>
                          <a:effectLst/>
                          <a:latin typeface="+mn-lt"/>
                        </a:rPr>
                        <a:t>(2)</a:t>
                      </a:r>
                      <a:r>
                        <a:rPr lang="en-US" sz="700" b="0" i="0" u="none" strike="noStrike" dirty="0" smtClean="0">
                          <a:solidFill>
                            <a:schemeClr val="tx1"/>
                          </a:solidFill>
                          <a:effectLst/>
                          <a:latin typeface="+mn-lt"/>
                        </a:rPr>
                        <a:t>, BSCP, TMS(SCL), </a:t>
                      </a:r>
                      <a:r>
                        <a:rPr lang="en-US" sz="700" b="0" i="0" u="none" strike="noStrike" dirty="0" err="1" smtClean="0">
                          <a:solidFill>
                            <a:schemeClr val="tx1"/>
                          </a:solidFill>
                          <a:effectLst/>
                          <a:latin typeface="+mn-lt"/>
                        </a:rPr>
                        <a:t>BESSy</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Order, Logistics, Provision, Kitting</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OAGIS BODs,</a:t>
                      </a:r>
                      <a:r>
                        <a:rPr lang="en-US" sz="700" u="none" strike="noStrike" kern="1200" baseline="0" dirty="0" smtClean="0">
                          <a:solidFill>
                            <a:schemeClr val="tx1"/>
                          </a:solidFill>
                          <a:effectLst/>
                          <a:latin typeface="+mn-lt"/>
                          <a:ea typeface="+mn-ea"/>
                          <a:cs typeface="+mn-cs"/>
                        </a:rPr>
                        <a:t> </a:t>
                      </a:r>
                      <a:r>
                        <a:rPr lang="en-US" sz="700" u="none" strike="noStrike" kern="1200" dirty="0" smtClean="0">
                          <a:solidFill>
                            <a:schemeClr val="tx1"/>
                          </a:solidFill>
                          <a:effectLst/>
                          <a:latin typeface="+mn-lt"/>
                          <a:ea typeface="+mn-ea"/>
                          <a:cs typeface="+mn-cs"/>
                        </a:rPr>
                        <a:t>EBXML</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245664">
                <a:tc>
                  <a:txBody>
                    <a:bodyPr/>
                    <a:lstStyle/>
                    <a:p>
                      <a:pPr marL="27432" algn="l" fontAlgn="t"/>
                      <a:r>
                        <a:rPr lang="en-US" sz="700" u="none" strike="noStrike" kern="1200" dirty="0" smtClean="0">
                          <a:solidFill>
                            <a:schemeClr val="tx1"/>
                          </a:solidFill>
                          <a:effectLst/>
                          <a:latin typeface="+mn-lt"/>
                          <a:ea typeface="+mn-ea"/>
                          <a:cs typeface="+mn-cs"/>
                        </a:rPr>
                        <a:t>Factory digital thread &amp; automation</a:t>
                      </a:r>
                      <a:endParaRPr lang="en-US" sz="700" u="none" strike="noStrike" kern="1200" dirty="0">
                        <a:solidFill>
                          <a:schemeClr val="tx1"/>
                        </a:solidFill>
                        <a:effectLst/>
                        <a:latin typeface="+mn-lt"/>
                        <a:ea typeface="+mn-ea"/>
                        <a:cs typeface="+mn-cs"/>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fontAlgn="t" latinLnBrk="0" hangingPunct="1"/>
                      <a:r>
                        <a:rPr lang="en-US" sz="700" u="none" strike="noStrike" kern="1200" dirty="0" err="1" smtClean="0">
                          <a:solidFill>
                            <a:schemeClr val="tx1"/>
                          </a:solidFill>
                          <a:effectLst/>
                          <a:latin typeface="+mn-lt"/>
                          <a:ea typeface="+mn-ea"/>
                          <a:cs typeface="+mn-cs"/>
                        </a:rPr>
                        <a:t>eDNC</a:t>
                      </a:r>
                      <a:r>
                        <a:rPr lang="en-US" sz="700" u="none" strike="noStrike" kern="1200" dirty="0" smtClean="0">
                          <a:solidFill>
                            <a:schemeClr val="tx1"/>
                          </a:solidFill>
                          <a:effectLst/>
                          <a:latin typeface="+mn-lt"/>
                          <a:ea typeface="+mn-ea"/>
                          <a:cs typeface="+mn-cs"/>
                        </a:rPr>
                        <a:t>, PLCs</a:t>
                      </a:r>
                      <a:r>
                        <a:rPr lang="en-US" sz="700" u="none" strike="noStrike" kern="1200" baseline="0" dirty="0" smtClean="0">
                          <a:solidFill>
                            <a:schemeClr val="tx1"/>
                          </a:solidFill>
                          <a:effectLst/>
                          <a:latin typeface="+mn-lt"/>
                          <a:ea typeface="+mn-ea"/>
                          <a:cs typeface="+mn-cs"/>
                        </a:rPr>
                        <a:t>, AGVs, Historians, GE IGS, RACC</a:t>
                      </a:r>
                      <a:r>
                        <a:rPr lang="en-US" sz="700" u="none" strike="noStrike" kern="1200" dirty="0" smtClean="0">
                          <a:solidFill>
                            <a:schemeClr val="tx1"/>
                          </a:solidFill>
                          <a:effectLst/>
                          <a:latin typeface="+mn-lt"/>
                          <a:ea typeface="+mn-ea"/>
                          <a:cs typeface="+mn-cs"/>
                        </a:rPr>
                        <a:t> </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kern="1200" dirty="0" smtClean="0">
                          <a:solidFill>
                            <a:schemeClr val="tx1"/>
                          </a:solidFill>
                          <a:effectLst/>
                          <a:latin typeface="+mn-lt"/>
                          <a:ea typeface="+mn-ea"/>
                          <a:cs typeface="+mn-cs"/>
                        </a:rPr>
                        <a:t>EMOM, PLCs, AGVs, Cell controllers</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3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Automation Digital</a:t>
                      </a:r>
                      <a:r>
                        <a:rPr lang="en-US" sz="700" u="none" strike="noStrike" kern="1200" baseline="0" dirty="0" smtClean="0">
                          <a:solidFill>
                            <a:schemeClr val="tx1"/>
                          </a:solidFill>
                          <a:effectLst/>
                          <a:latin typeface="+mn-lt"/>
                          <a:ea typeface="+mn-ea"/>
                          <a:cs typeface="+mn-cs"/>
                        </a:rPr>
                        <a:t> Thread</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OPC-UA,</a:t>
                      </a:r>
                      <a:r>
                        <a:rPr lang="en-US" sz="700" u="none" strike="noStrike" kern="1200" baseline="0" dirty="0" smtClean="0">
                          <a:solidFill>
                            <a:schemeClr val="tx1"/>
                          </a:solidFill>
                          <a:effectLst/>
                          <a:latin typeface="+mn-lt"/>
                          <a:ea typeface="+mn-ea"/>
                          <a:cs typeface="+mn-cs"/>
                        </a:rPr>
                        <a:t> B2MML </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Shop Floor </a:t>
                      </a:r>
                      <a:r>
                        <a:rPr lang="en-US" sz="700" u="none" strike="noStrike" dirty="0" smtClean="0">
                          <a:solidFill>
                            <a:schemeClr val="tx1"/>
                          </a:solidFill>
                          <a:effectLst/>
                          <a:latin typeface="+mn-lt"/>
                        </a:rPr>
                        <a:t>Info (ADPP)</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a:solidFill>
                            <a:schemeClr val="tx1"/>
                          </a:solidFill>
                          <a:effectLst/>
                          <a:latin typeface="+mn-lt"/>
                        </a:rPr>
                        <a:t>VELOCITY, ERPLN</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b="0" i="0" u="none" strike="noStrike" dirty="0" smtClean="0">
                          <a:solidFill>
                            <a:schemeClr val="tx1"/>
                          </a:solidFill>
                          <a:effectLst/>
                          <a:latin typeface="+mn-lt"/>
                        </a:rPr>
                        <a:t>ERPLN</a:t>
                      </a:r>
                      <a:r>
                        <a:rPr lang="en-US" sz="700" b="0" i="0" u="none" strike="noStrike" baseline="30000" dirty="0" smtClean="0">
                          <a:solidFill>
                            <a:schemeClr val="tx1"/>
                          </a:solidFill>
                          <a:effectLst/>
                          <a:latin typeface="+mn-lt"/>
                        </a:rPr>
                        <a:t>(2)</a:t>
                      </a:r>
                      <a:r>
                        <a:rPr lang="en-US" sz="700" b="0" i="0" u="none" strike="noStrike" dirty="0" smtClean="0">
                          <a:solidFill>
                            <a:schemeClr val="tx1"/>
                          </a:solidFill>
                          <a:effectLst/>
                          <a:latin typeface="+mn-lt"/>
                        </a:rPr>
                        <a:t>,</a:t>
                      </a:r>
                      <a:r>
                        <a:rPr lang="en-US" sz="700" u="none" strike="noStrike" kern="1200" dirty="0" smtClean="0">
                          <a:solidFill>
                            <a:schemeClr val="tx1"/>
                          </a:solidFill>
                          <a:effectLst/>
                          <a:latin typeface="+mn-lt"/>
                          <a:ea typeface="+mn-ea"/>
                          <a:cs typeface="+mn-cs"/>
                        </a:rPr>
                        <a:t> CMES-BCA, EMOM</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Manufacturing part data</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QIF</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Non Conformance</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a:solidFill>
                            <a:schemeClr val="tx1"/>
                          </a:solidFill>
                          <a:effectLst/>
                          <a:latin typeface="+mn-lt"/>
                        </a:rPr>
                        <a:t>VELOCITY</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indent="0" algn="l" defTabSz="914400" rtl="0" eaLnBrk="1" fontAlgn="t"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VELOCITY(787) [IP], CMES-BCA [ADPP]</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Manage Non-conformance</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ISA 95,</a:t>
                      </a:r>
                      <a:r>
                        <a:rPr lang="en-US" sz="700" u="none" strike="noStrike" kern="1200" baseline="0" dirty="0" smtClean="0">
                          <a:solidFill>
                            <a:schemeClr val="tx1"/>
                          </a:solidFill>
                          <a:effectLst/>
                          <a:latin typeface="+mn-lt"/>
                          <a:ea typeface="+mn-ea"/>
                          <a:cs typeface="+mn-cs"/>
                        </a:rPr>
                        <a:t> </a:t>
                      </a:r>
                      <a:r>
                        <a:rPr lang="en-US" sz="700" dirty="0" err="1" smtClean="0">
                          <a:solidFill>
                            <a:schemeClr val="tx1"/>
                          </a:solidFill>
                          <a:effectLst/>
                          <a:latin typeface="+mn-lt"/>
                        </a:rPr>
                        <a:t>B2MML</a:t>
                      </a:r>
                      <a:r>
                        <a:rPr lang="en-US" sz="700" dirty="0" smtClean="0">
                          <a:solidFill>
                            <a:schemeClr val="tx1"/>
                          </a:solidFill>
                          <a:effectLst/>
                          <a:latin typeface="+mn-lt"/>
                        </a:rPr>
                        <a:t> </a:t>
                      </a:r>
                      <a:r>
                        <a:rPr lang="en-US" sz="700" baseline="0" dirty="0" smtClean="0">
                          <a:solidFill>
                            <a:schemeClr val="tx1"/>
                          </a:solidFill>
                          <a:effectLst/>
                          <a:latin typeface="+mn-lt"/>
                        </a:rPr>
                        <a:t>, </a:t>
                      </a:r>
                      <a:r>
                        <a:rPr lang="en-US" sz="700" baseline="0" dirty="0" err="1" smtClean="0">
                          <a:solidFill>
                            <a:schemeClr val="tx1"/>
                          </a:solidFill>
                          <a:effectLst/>
                          <a:latin typeface="+mn-lt"/>
                        </a:rPr>
                        <a:t>QIF</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177181">
                <a:tc>
                  <a:txBody>
                    <a:bodyPr/>
                    <a:lstStyle/>
                    <a:p>
                      <a:pPr marL="27432" algn="l" fontAlgn="t"/>
                      <a:r>
                        <a:rPr lang="en-US" sz="700" u="none" strike="noStrike" dirty="0">
                          <a:solidFill>
                            <a:schemeClr val="tx1"/>
                          </a:solidFill>
                          <a:effectLst/>
                          <a:latin typeface="+mn-lt"/>
                        </a:rPr>
                        <a:t>Plan Delivery (IP)</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r>
                        <a:rPr lang="en-US" sz="700" u="none" strike="noStrike" dirty="0" smtClean="0">
                          <a:solidFill>
                            <a:schemeClr val="tx1"/>
                          </a:solidFill>
                          <a:effectLst/>
                          <a:latin typeface="+mn-lt"/>
                        </a:rPr>
                        <a:t>VELOCITY</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kern="1200" dirty="0" smtClean="0">
                          <a:solidFill>
                            <a:schemeClr val="tx1"/>
                          </a:solidFill>
                          <a:effectLst/>
                          <a:latin typeface="+mn-lt"/>
                          <a:ea typeface="+mn-ea"/>
                          <a:cs typeface="+mn-cs"/>
                        </a:rPr>
                        <a:t>EMOM</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Installation plan</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algn="l" fontAlgn="b"/>
                      <a:r>
                        <a:rPr lang="en-US" sz="700" u="none" strike="noStrike" kern="1200" dirty="0" smtClean="0">
                          <a:solidFill>
                            <a:schemeClr val="tx1"/>
                          </a:solidFill>
                          <a:effectLst/>
                          <a:latin typeface="+mn-lt"/>
                          <a:ea typeface="+mn-ea"/>
                          <a:cs typeface="+mn-cs"/>
                        </a:rPr>
                        <a:t>ISA 95,</a:t>
                      </a:r>
                      <a:r>
                        <a:rPr lang="en-US" sz="700" u="none" strike="noStrike" kern="1200" baseline="0" dirty="0" smtClean="0">
                          <a:solidFill>
                            <a:schemeClr val="tx1"/>
                          </a:solidFill>
                          <a:effectLst/>
                          <a:latin typeface="+mn-lt"/>
                          <a:ea typeface="+mn-ea"/>
                          <a:cs typeface="+mn-cs"/>
                        </a:rPr>
                        <a:t> </a:t>
                      </a:r>
                      <a:r>
                        <a:rPr lang="en-US" sz="700" dirty="0" smtClean="0">
                          <a:solidFill>
                            <a:schemeClr val="tx1"/>
                          </a:solidFill>
                          <a:effectLst/>
                          <a:latin typeface="+mn-lt"/>
                        </a:rPr>
                        <a:t>B2MML </a:t>
                      </a:r>
                      <a:endParaRPr lang="en-US" sz="700" u="none" strike="noStrike" kern="1200" dirty="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r h="0">
                <a:tc>
                  <a:txBody>
                    <a:bodyPr/>
                    <a:lstStyle/>
                    <a:p>
                      <a:pPr marL="27432" algn="l" fontAlgn="t"/>
                      <a:r>
                        <a:rPr lang="en-US" sz="700" u="none" strike="noStrike" dirty="0">
                          <a:solidFill>
                            <a:schemeClr val="tx1"/>
                          </a:solidFill>
                          <a:effectLst/>
                          <a:latin typeface="+mn-lt"/>
                        </a:rPr>
                        <a:t>Support Viewing</a:t>
                      </a:r>
                      <a:endParaRPr lang="en-US" sz="700" b="0" i="0" u="none" strike="noStrike" dirty="0">
                        <a:solidFill>
                          <a:schemeClr val="tx1"/>
                        </a:solidFill>
                        <a:effectLst/>
                        <a:latin typeface="+mn-lt"/>
                      </a:endParaRPr>
                    </a:p>
                  </a:txBody>
                  <a:tcPr marL="18288" marR="18288" marT="45719" marB="4571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p>
                      <a:pPr algn="l" fontAlgn="t"/>
                      <a:r>
                        <a:rPr lang="en-US" sz="700" u="none" strike="noStrike" dirty="0" smtClean="0">
                          <a:solidFill>
                            <a:schemeClr val="tx1"/>
                          </a:solidFill>
                          <a:effectLst/>
                          <a:latin typeface="+mn-lt"/>
                        </a:rPr>
                        <a:t>REDARS/EID, Toolbox</a:t>
                      </a:r>
                      <a:endParaRPr lang="en-US" sz="700" b="0" i="0" u="none" strike="noStrike" dirty="0">
                        <a:solidFill>
                          <a:schemeClr val="tx1"/>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l" fontAlgn="t"/>
                      <a:r>
                        <a:rPr lang="en-US" sz="700" u="none" strike="noStrike" dirty="0" smtClean="0">
                          <a:solidFill>
                            <a:schemeClr val="tx1"/>
                          </a:solidFill>
                          <a:effectLst/>
                          <a:latin typeface="+mn-lt"/>
                        </a:rPr>
                        <a:t>REDARS/EID, Toolbox</a:t>
                      </a:r>
                      <a:endParaRPr lang="en-US" sz="700" b="0" i="0" u="none" strike="noStrike" dirty="0">
                        <a:solidFill>
                          <a:srgbClr val="0000FF"/>
                        </a:solidFill>
                        <a:effectLst/>
                        <a:latin typeface="+mn-lt"/>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Product review, 3DMBD</a:t>
                      </a: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700" u="none" strike="noStrike" kern="1200" dirty="0" smtClean="0">
                          <a:solidFill>
                            <a:schemeClr val="tx1"/>
                          </a:solidFill>
                          <a:effectLst/>
                          <a:latin typeface="+mn-lt"/>
                          <a:ea typeface="+mn-ea"/>
                          <a:cs typeface="+mn-cs"/>
                        </a:rPr>
                        <a:t>3DPDF, PDF, TIFF, AP242,</a:t>
                      </a:r>
                      <a:r>
                        <a:rPr lang="en-US" sz="700" u="none" strike="noStrike" kern="1200" baseline="0" dirty="0" smtClean="0">
                          <a:solidFill>
                            <a:schemeClr val="tx1"/>
                          </a:solidFill>
                          <a:effectLst/>
                          <a:latin typeface="+mn-lt"/>
                          <a:ea typeface="+mn-ea"/>
                          <a:cs typeface="+mn-cs"/>
                        </a:rPr>
                        <a:t> CGM, SVG, JPEG</a:t>
                      </a:r>
                      <a:endParaRPr lang="en-US" sz="700" u="none" strike="noStrike" kern="1200" dirty="0" smtClean="0">
                        <a:solidFill>
                          <a:schemeClr val="tx1"/>
                        </a:solidFill>
                        <a:effectLst/>
                        <a:latin typeface="+mn-lt"/>
                        <a:ea typeface="+mn-ea"/>
                        <a:cs typeface="+mn-cs"/>
                      </a:endParaRPr>
                    </a:p>
                  </a:txBody>
                  <a:tcPr marL="45720" marR="4572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CCFF"/>
                    </a:solidFill>
                  </a:tcPr>
                </a:tc>
              </a:tr>
            </a:tbl>
          </a:graphicData>
        </a:graphic>
      </p:graphicFrame>
      <p:sp>
        <p:nvSpPr>
          <p:cNvPr id="2" name="Title 1"/>
          <p:cNvSpPr>
            <a:spLocks noGrp="1"/>
          </p:cNvSpPr>
          <p:nvPr>
            <p:ph type="title"/>
          </p:nvPr>
        </p:nvSpPr>
        <p:spPr>
          <a:xfrm>
            <a:off x="1651594" y="32930"/>
            <a:ext cx="3158813" cy="218672"/>
          </a:xfrm>
          <a:solidFill>
            <a:schemeClr val="bg1"/>
          </a:solidFill>
          <a:ln>
            <a:solidFill>
              <a:schemeClr val="bg1">
                <a:lumMod val="65000"/>
              </a:schemeClr>
            </a:solidFill>
          </a:ln>
        </p:spPr>
        <p:txBody>
          <a:bodyPr/>
          <a:lstStyle/>
          <a:p>
            <a:r>
              <a:rPr lang="en-US" sz="1600" dirty="0"/>
              <a:t>  Architecture Matrix - Summary</a:t>
            </a:r>
          </a:p>
        </p:txBody>
      </p:sp>
      <p:grpSp>
        <p:nvGrpSpPr>
          <p:cNvPr id="15" name="Group 14"/>
          <p:cNvGrpSpPr/>
          <p:nvPr/>
        </p:nvGrpSpPr>
        <p:grpSpPr>
          <a:xfrm>
            <a:off x="1750247" y="6433957"/>
            <a:ext cx="8633974" cy="208933"/>
            <a:chOff x="448728" y="6656226"/>
            <a:chExt cx="8321040" cy="208933"/>
          </a:xfrm>
        </p:grpSpPr>
        <p:sp>
          <p:nvSpPr>
            <p:cNvPr id="23" name="Rectangle 22"/>
            <p:cNvSpPr/>
            <p:nvPr/>
          </p:nvSpPr>
          <p:spPr bwMode="auto">
            <a:xfrm>
              <a:off x="448728" y="6675676"/>
              <a:ext cx="8321040" cy="161154"/>
            </a:xfrm>
            <a:prstGeom prst="rect">
              <a:avLst/>
            </a:prstGeom>
            <a:solidFill>
              <a:schemeClr val="bg1"/>
            </a:solidFill>
            <a:ln w="12700" cap="flat" cmpd="sng" algn="ctr">
              <a:solidFill>
                <a:schemeClr val="tx1"/>
              </a:solidFill>
              <a:prstDash val="solid"/>
              <a:round/>
              <a:headEnd type="none" w="sm" len="sm"/>
              <a:tailEnd type="none" w="sm" len="sm"/>
            </a:ln>
            <a:effectLst/>
            <a:extLst/>
          </p:spPr>
          <p:txBody>
            <a:bodyPr vert="horz" wrap="square" lIns="91440" tIns="45720" rIns="91440" bIns="45720" numCol="1" rtlCol="0" anchor="t" anchorCtr="0" compatLnSpc="1">
              <a:prstTxWarp prst="textNoShape">
                <a:avLst/>
              </a:prstTxWarp>
            </a:bodyPr>
            <a:lstStyle/>
            <a:p>
              <a:pPr algn="r"/>
              <a:endParaRPr lang="en-US" smtClean="0">
                <a:solidFill>
                  <a:srgbClr val="000000"/>
                </a:solidFill>
              </a:endParaRPr>
            </a:p>
          </p:txBody>
        </p:sp>
        <p:sp>
          <p:nvSpPr>
            <p:cNvPr id="6" name="Rectangle 237"/>
            <p:cNvSpPr>
              <a:spLocks noChangeAspect="1" noChangeArrowheads="1"/>
            </p:cNvSpPr>
            <p:nvPr/>
          </p:nvSpPr>
          <p:spPr bwMode="auto">
            <a:xfrm>
              <a:off x="2579446" y="6728555"/>
              <a:ext cx="52416" cy="73152"/>
            </a:xfrm>
            <a:prstGeom prst="rect">
              <a:avLst/>
            </a:prstGeom>
            <a:solidFill>
              <a:schemeClr val="bg1">
                <a:lumMod val="85000"/>
              </a:schemeClr>
            </a:solidFill>
            <a:ln w="9525">
              <a:solidFill>
                <a:schemeClr val="tx1"/>
              </a:solidFill>
              <a:miter lim="800000"/>
              <a:headEnd/>
              <a:tailEnd/>
            </a:ln>
          </p:spPr>
          <p:txBody>
            <a:bodyPr wrap="none" anchor="ct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gn="r">
                <a:lnSpc>
                  <a:spcPct val="100000"/>
                </a:lnSpc>
                <a:spcBef>
                  <a:spcPct val="0"/>
                </a:spcBef>
                <a:spcAft>
                  <a:spcPct val="0"/>
                </a:spcAft>
                <a:buFontTx/>
                <a:buNone/>
              </a:pPr>
              <a:endParaRPr lang="en-US" altLang="en-US" sz="700">
                <a:solidFill>
                  <a:srgbClr val="000000"/>
                </a:solidFill>
              </a:endParaRPr>
            </a:p>
          </p:txBody>
        </p:sp>
        <p:sp>
          <p:nvSpPr>
            <p:cNvPr id="8" name="Text Box 240"/>
            <p:cNvSpPr txBox="1">
              <a:spLocks noChangeArrowheads="1"/>
            </p:cNvSpPr>
            <p:nvPr/>
          </p:nvSpPr>
          <p:spPr bwMode="auto">
            <a:xfrm>
              <a:off x="2579446" y="6665104"/>
              <a:ext cx="125643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nSpc>
                  <a:spcPct val="100000"/>
                </a:lnSpc>
                <a:spcBef>
                  <a:spcPct val="0"/>
                </a:spcBef>
                <a:spcAft>
                  <a:spcPct val="0"/>
                </a:spcAft>
                <a:buFontTx/>
                <a:buNone/>
              </a:pPr>
              <a:r>
                <a:rPr lang="en-US" altLang="en-US" sz="700" dirty="0">
                  <a:solidFill>
                    <a:srgbClr val="000000"/>
                  </a:solidFill>
                </a:rPr>
                <a:t>No change from baseline</a:t>
              </a:r>
            </a:p>
          </p:txBody>
        </p:sp>
        <p:sp>
          <p:nvSpPr>
            <p:cNvPr id="7" name="Rectangle 239"/>
            <p:cNvSpPr>
              <a:spLocks noChangeArrowheads="1"/>
            </p:cNvSpPr>
            <p:nvPr/>
          </p:nvSpPr>
          <p:spPr bwMode="auto">
            <a:xfrm>
              <a:off x="499494" y="6728555"/>
              <a:ext cx="54864" cy="73152"/>
            </a:xfrm>
            <a:prstGeom prst="rect">
              <a:avLst/>
            </a:prstGeom>
            <a:solidFill>
              <a:srgbClr val="33CCFF"/>
            </a:solidFill>
            <a:ln w="9525">
              <a:solidFill>
                <a:schemeClr val="tx1"/>
              </a:solidFill>
              <a:miter lim="800000"/>
              <a:headEnd/>
              <a:tailEnd/>
            </a:ln>
          </p:spPr>
          <p:txBody>
            <a:bodyPr wrap="none" anchor="ct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gn="r">
                <a:lnSpc>
                  <a:spcPct val="100000"/>
                </a:lnSpc>
                <a:spcBef>
                  <a:spcPct val="0"/>
                </a:spcBef>
                <a:spcAft>
                  <a:spcPct val="0"/>
                </a:spcAft>
                <a:buFontTx/>
                <a:buNone/>
              </a:pPr>
              <a:endParaRPr lang="en-US" altLang="en-US" sz="700">
                <a:solidFill>
                  <a:srgbClr val="000000"/>
                </a:solidFill>
              </a:endParaRPr>
            </a:p>
          </p:txBody>
        </p:sp>
        <p:sp>
          <p:nvSpPr>
            <p:cNvPr id="9" name="Text Box 241"/>
            <p:cNvSpPr txBox="1">
              <a:spLocks noChangeArrowheads="1"/>
            </p:cNvSpPr>
            <p:nvPr/>
          </p:nvSpPr>
          <p:spPr bwMode="auto">
            <a:xfrm>
              <a:off x="530188" y="6656226"/>
              <a:ext cx="214630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nSpc>
                  <a:spcPct val="100000"/>
                </a:lnSpc>
                <a:spcBef>
                  <a:spcPct val="0"/>
                </a:spcBef>
                <a:spcAft>
                  <a:spcPct val="0"/>
                </a:spcAft>
                <a:buFontTx/>
                <a:buNone/>
              </a:pPr>
              <a:r>
                <a:rPr lang="en-US" altLang="en-US" sz="700" dirty="0">
                  <a:solidFill>
                    <a:srgbClr val="000000"/>
                  </a:solidFill>
                </a:rPr>
                <a:t>Change to baseline proposed (2CES or BC2020)</a:t>
              </a:r>
            </a:p>
          </p:txBody>
        </p:sp>
      </p:grpSp>
      <p:sp>
        <p:nvSpPr>
          <p:cNvPr id="16" name="Text Box 241"/>
          <p:cNvSpPr txBox="1">
            <a:spLocks noChangeArrowheads="1"/>
          </p:cNvSpPr>
          <p:nvPr/>
        </p:nvSpPr>
        <p:spPr bwMode="auto">
          <a:xfrm>
            <a:off x="7308274" y="0"/>
            <a:ext cx="322023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gn="r">
              <a:lnSpc>
                <a:spcPct val="100000"/>
              </a:lnSpc>
              <a:spcBef>
                <a:spcPct val="0"/>
              </a:spcBef>
              <a:spcAft>
                <a:spcPct val="0"/>
              </a:spcAft>
              <a:buFont typeface="Wingdings" panose="05000000000000000000" pitchFamily="2" charset="2"/>
              <a:buNone/>
            </a:pPr>
            <a:r>
              <a:rPr lang="en-US" altLang="en-US" sz="900" dirty="0">
                <a:solidFill>
                  <a:srgbClr val="0000FF"/>
                </a:solidFill>
              </a:rPr>
              <a:t>NMA A220 Rev D Brick Chart-R14  10/1/2018</a:t>
            </a:r>
            <a:endParaRPr lang="en-US" altLang="en-US" sz="700" dirty="0">
              <a:solidFill>
                <a:srgbClr val="0000FF"/>
              </a:solidFill>
            </a:endParaRPr>
          </a:p>
        </p:txBody>
      </p:sp>
      <p:sp>
        <p:nvSpPr>
          <p:cNvPr id="17" name="Text Box 241"/>
          <p:cNvSpPr txBox="1">
            <a:spLocks noChangeArrowheads="1"/>
          </p:cNvSpPr>
          <p:nvPr/>
        </p:nvSpPr>
        <p:spPr bwMode="auto">
          <a:xfrm>
            <a:off x="8700696" y="6407240"/>
            <a:ext cx="190977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nSpc>
                <a:spcPct val="100000"/>
              </a:lnSpc>
              <a:spcBef>
                <a:spcPct val="0"/>
              </a:spcBef>
              <a:spcAft>
                <a:spcPct val="0"/>
              </a:spcAft>
              <a:buFont typeface="Wingdings" panose="05000000000000000000" pitchFamily="2" charset="2"/>
              <a:buNone/>
            </a:pPr>
            <a:r>
              <a:rPr lang="en-US" altLang="en-US" sz="900" dirty="0">
                <a:solidFill>
                  <a:srgbClr val="0000FF"/>
                </a:solidFill>
              </a:rPr>
              <a:t>(2) </a:t>
            </a:r>
            <a:r>
              <a:rPr lang="en-US" altLang="en-US" sz="700" dirty="0">
                <a:solidFill>
                  <a:srgbClr val="0000FF"/>
                </a:solidFill>
              </a:rPr>
              <a:t>Potential onramp to SAP ERP </a:t>
            </a:r>
          </a:p>
        </p:txBody>
      </p:sp>
      <p:sp>
        <p:nvSpPr>
          <p:cNvPr id="18" name="Text Box 241"/>
          <p:cNvSpPr txBox="1">
            <a:spLocks noChangeArrowheads="1"/>
          </p:cNvSpPr>
          <p:nvPr/>
        </p:nvSpPr>
        <p:spPr bwMode="auto">
          <a:xfrm>
            <a:off x="6235038" y="6407240"/>
            <a:ext cx="281199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ct val="30000"/>
              </a:spcBef>
              <a:spcAft>
                <a:spcPct val="30000"/>
              </a:spcAft>
              <a:buFont typeface="Wingdings" panose="05000000000000000000" pitchFamily="2" charset="2"/>
              <a:buChar char="§"/>
              <a:defRPr sz="2000">
                <a:solidFill>
                  <a:schemeClr val="tx1"/>
                </a:solidFill>
                <a:latin typeface="Arial" panose="020B0604020202020204" pitchFamily="34" charset="0"/>
              </a:defRPr>
            </a:lvl1pPr>
            <a:lvl2pPr marL="742950" indent="-28575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2pPr>
            <a:lvl3pPr marL="11430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3pPr>
            <a:lvl4pPr marL="16002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4pPr>
            <a:lvl5pPr marL="2057400" indent="-22860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lnSpc>
                <a:spcPct val="90000"/>
              </a:lnSpc>
              <a:spcBef>
                <a:spcPct val="30000"/>
              </a:spcBef>
              <a:spcAft>
                <a:spcPct val="30000"/>
              </a:spcAft>
              <a:buClr>
                <a:schemeClr val="tx1"/>
              </a:buClr>
              <a:buFont typeface="Wingdings" panose="05000000000000000000" pitchFamily="2" charset="2"/>
              <a:buChar char="§"/>
              <a:defRPr sz="2000">
                <a:solidFill>
                  <a:schemeClr val="tx1"/>
                </a:solidFill>
                <a:latin typeface="Arial" panose="020B0604020202020204" pitchFamily="34" charset="0"/>
              </a:defRPr>
            </a:lvl9pPr>
          </a:lstStyle>
          <a:p>
            <a:pPr>
              <a:lnSpc>
                <a:spcPct val="100000"/>
              </a:lnSpc>
              <a:spcBef>
                <a:spcPct val="0"/>
              </a:spcBef>
              <a:spcAft>
                <a:spcPct val="0"/>
              </a:spcAft>
              <a:buFont typeface="Wingdings" panose="05000000000000000000" pitchFamily="2" charset="2"/>
              <a:buNone/>
            </a:pPr>
            <a:r>
              <a:rPr lang="en-US" altLang="en-US" sz="900" dirty="0">
                <a:solidFill>
                  <a:srgbClr val="0000FF"/>
                </a:solidFill>
              </a:rPr>
              <a:t>(1) </a:t>
            </a:r>
            <a:r>
              <a:rPr lang="en-US" altLang="en-US" sz="700" dirty="0">
                <a:solidFill>
                  <a:srgbClr val="0000FF"/>
                </a:solidFill>
              </a:rPr>
              <a:t>Trade Study Pending – EBOM/MBOM/Plan Authoring</a:t>
            </a:r>
          </a:p>
        </p:txBody>
      </p:sp>
      <p:sp>
        <p:nvSpPr>
          <p:cNvPr id="20" name="Footer Placeholder 4"/>
          <p:cNvSpPr txBox="1">
            <a:spLocks/>
          </p:cNvSpPr>
          <p:nvPr/>
        </p:nvSpPr>
        <p:spPr>
          <a:xfrm>
            <a:off x="3535658" y="6515707"/>
            <a:ext cx="5591861" cy="374650"/>
          </a:xfrm>
          <a:prstGeom prst="rect">
            <a:avLst/>
          </a:prstGeom>
        </p:spPr>
        <p:txBody>
          <a:bodyPr/>
          <a:lstStyle>
            <a:defPPr>
              <a:defRPr lang="en-US"/>
            </a:defPPr>
            <a:lvl1pPr algn="ctr" rtl="0" fontAlgn="base">
              <a:spcBef>
                <a:spcPct val="0"/>
              </a:spcBef>
              <a:spcAft>
                <a:spcPct val="0"/>
              </a:spcAft>
              <a:defRPr sz="800" kern="1200" dirty="0" smtClean="0">
                <a:solidFill>
                  <a:srgbClr val="000000"/>
                </a:solidFill>
                <a:latin typeface="Arial" charset="0"/>
                <a:ea typeface="+mn-ea"/>
                <a:cs typeface="+mn-cs"/>
              </a:defRPr>
            </a:lvl1pPr>
            <a:lvl2pPr marL="457200" algn="r" rtl="0" fontAlgn="base">
              <a:spcBef>
                <a:spcPct val="0"/>
              </a:spcBef>
              <a:spcAft>
                <a:spcPct val="0"/>
              </a:spcAft>
              <a:defRPr kern="1200">
                <a:solidFill>
                  <a:schemeClr val="tx1"/>
                </a:solidFill>
                <a:latin typeface="Arial" charset="0"/>
                <a:ea typeface="+mn-ea"/>
                <a:cs typeface="+mn-cs"/>
              </a:defRPr>
            </a:lvl2pPr>
            <a:lvl3pPr marL="914400" algn="r" rtl="0" fontAlgn="base">
              <a:spcBef>
                <a:spcPct val="0"/>
              </a:spcBef>
              <a:spcAft>
                <a:spcPct val="0"/>
              </a:spcAft>
              <a:defRPr kern="1200">
                <a:solidFill>
                  <a:schemeClr val="tx1"/>
                </a:solidFill>
                <a:latin typeface="Arial" charset="0"/>
                <a:ea typeface="+mn-ea"/>
                <a:cs typeface="+mn-cs"/>
              </a:defRPr>
            </a:lvl3pPr>
            <a:lvl4pPr marL="1371600" algn="r" rtl="0" fontAlgn="base">
              <a:spcBef>
                <a:spcPct val="0"/>
              </a:spcBef>
              <a:spcAft>
                <a:spcPct val="0"/>
              </a:spcAft>
              <a:defRPr kern="1200">
                <a:solidFill>
                  <a:schemeClr val="tx1"/>
                </a:solidFill>
                <a:latin typeface="Arial" charset="0"/>
                <a:ea typeface="+mn-ea"/>
                <a:cs typeface="+mn-cs"/>
              </a:defRPr>
            </a:lvl4pPr>
            <a:lvl5pPr marL="1828800" algn="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endParaRPr lang="en-US"/>
          </a:p>
          <a:p>
            <a:pPr>
              <a:defRPr/>
            </a:pPr>
            <a:r>
              <a:rPr lang="en-US"/>
              <a:t>BOEING PROPRIETARY - Non-technical / Administrative Data Only. Not subject to EAR or ITAR Export Regulations.</a:t>
            </a:r>
          </a:p>
        </p:txBody>
      </p:sp>
    </p:spTree>
    <p:extLst>
      <p:ext uri="{BB962C8B-B14F-4D97-AF65-F5344CB8AC3E}">
        <p14:creationId xmlns:p14="http://schemas.microsoft.com/office/powerpoint/2010/main" val="37538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normAutofit/>
          </a:bodyPr>
          <a:lstStyle/>
          <a:p>
            <a:r>
              <a:rPr lang="en-US" sz="3200" dirty="0" smtClean="0"/>
              <a:t>Maturity Assessment: AP242</a:t>
            </a:r>
            <a:endParaRPr lang="en-US" sz="3200" dirty="0"/>
          </a:p>
        </p:txBody>
      </p:sp>
      <p:sp>
        <p:nvSpPr>
          <p:cNvPr id="8" name="Content Placeholder 2"/>
          <p:cNvSpPr>
            <a:spLocks noGrp="1"/>
          </p:cNvSpPr>
          <p:nvPr>
            <p:ph idx="4294967295"/>
          </p:nvPr>
        </p:nvSpPr>
        <p:spPr>
          <a:xfrm>
            <a:off x="5635256" y="1017060"/>
            <a:ext cx="5369441" cy="2341637"/>
          </a:xfrm>
          <a:prstGeom prst="rect">
            <a:avLst/>
          </a:prstGeom>
          <a:ln w="28575">
            <a:solidFill>
              <a:schemeClr val="tx1"/>
            </a:solidFill>
          </a:ln>
        </p:spPr>
        <p:txBody>
          <a:bodyPr>
            <a:normAutofit/>
          </a:bodyPr>
          <a:lstStyle/>
          <a:p>
            <a:pPr marL="0" indent="0">
              <a:buNone/>
            </a:pPr>
            <a:r>
              <a:rPr lang="en-US" sz="1400" b="1" dirty="0"/>
              <a:t>Software Tools Maturity</a:t>
            </a:r>
          </a:p>
          <a:p>
            <a:r>
              <a:rPr lang="en-US" sz="1200" dirty="0"/>
              <a:t>Boeing is able to create, distribute, receive, and consume AP242 internal to Boeing)</a:t>
            </a:r>
          </a:p>
          <a:p>
            <a:pPr lvl="1"/>
            <a:r>
              <a:rPr lang="en-US" sz="1100" dirty="0"/>
              <a:t>Set of tools to create AP242 for the </a:t>
            </a:r>
            <a:r>
              <a:rPr lang="en-US" sz="1100" dirty="0" smtClean="0"/>
              <a:t>14 </a:t>
            </a:r>
            <a:r>
              <a:rPr lang="en-US" sz="1100" dirty="0"/>
              <a:t>domains</a:t>
            </a:r>
          </a:p>
          <a:p>
            <a:pPr lvl="1"/>
            <a:r>
              <a:rPr lang="en-US" sz="1100" dirty="0"/>
              <a:t>Low BOM support in ENOVIA LCA</a:t>
            </a:r>
          </a:p>
          <a:p>
            <a:pPr lvl="1"/>
            <a:r>
              <a:rPr lang="en-US" sz="1100" dirty="0"/>
              <a:t>Med – High support for CATIA V5 </a:t>
            </a:r>
          </a:p>
          <a:p>
            <a:pPr lvl="1"/>
            <a:r>
              <a:rPr lang="en-US" sz="1100" dirty="0"/>
              <a:t>Limited support to Specialty Work Benches </a:t>
            </a:r>
          </a:p>
          <a:p>
            <a:pPr lvl="1"/>
            <a:r>
              <a:rPr lang="en-US" sz="1100" dirty="0"/>
              <a:t>Trade Study to select improved translation capability </a:t>
            </a:r>
          </a:p>
          <a:p>
            <a:pPr lvl="1"/>
            <a:endParaRPr lang="en-US" sz="1100" dirty="0"/>
          </a:p>
          <a:p>
            <a:pPr lvl="1"/>
            <a:endParaRPr lang="en-US" sz="1100" dirty="0"/>
          </a:p>
          <a:p>
            <a:pPr lvl="1"/>
            <a:endParaRPr lang="en-US" sz="1100" dirty="0"/>
          </a:p>
        </p:txBody>
      </p:sp>
      <p:sp>
        <p:nvSpPr>
          <p:cNvPr id="9" name="Content Placeholder 2"/>
          <p:cNvSpPr txBox="1">
            <a:spLocks/>
          </p:cNvSpPr>
          <p:nvPr/>
        </p:nvSpPr>
        <p:spPr>
          <a:xfrm>
            <a:off x="567892" y="1006429"/>
            <a:ext cx="5056731" cy="2341636"/>
          </a:xfrm>
          <a:prstGeom prst="rect">
            <a:avLst/>
          </a:prstGeom>
          <a:ln w="28575">
            <a:solidFill>
              <a:schemeClr val="tx1"/>
            </a:solidFill>
          </a:ln>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Bef>
                <a:spcPts val="750"/>
              </a:spcBef>
              <a:spcAft>
                <a:spcPts val="0"/>
              </a:spcAft>
              <a:buNone/>
            </a:pPr>
            <a:r>
              <a:rPr lang="en-US" sz="1400" b="1" dirty="0" smtClean="0">
                <a:solidFill>
                  <a:prstClr val="black"/>
                </a:solidFill>
              </a:rPr>
              <a:t>Standard </a:t>
            </a:r>
            <a:r>
              <a:rPr lang="en-US" sz="1400" b="1" dirty="0">
                <a:solidFill>
                  <a:prstClr val="black"/>
                </a:solidFill>
              </a:rPr>
              <a:t>Maturity</a:t>
            </a:r>
          </a:p>
          <a:p>
            <a:pPr fontAlgn="auto">
              <a:spcAft>
                <a:spcPts val="0"/>
              </a:spcAft>
            </a:pPr>
            <a:r>
              <a:rPr lang="en-US" sz="1400" dirty="0" smtClean="0">
                <a:solidFill>
                  <a:prstClr val="black"/>
                </a:solidFill>
              </a:rPr>
              <a:t>14 </a:t>
            </a:r>
            <a:r>
              <a:rPr lang="en-US" sz="1400" dirty="0">
                <a:solidFill>
                  <a:prstClr val="black"/>
                </a:solidFill>
              </a:rPr>
              <a:t>Domains require AP242 support</a:t>
            </a:r>
          </a:p>
          <a:p>
            <a:pPr lvl="1" fontAlgn="auto">
              <a:lnSpc>
                <a:spcPct val="100000"/>
              </a:lnSpc>
              <a:spcAft>
                <a:spcPts val="0"/>
              </a:spcAft>
            </a:pPr>
            <a:r>
              <a:rPr lang="en-US" sz="1200" dirty="0" smtClean="0">
                <a:solidFill>
                  <a:prstClr val="black"/>
                </a:solidFill>
              </a:rPr>
              <a:t>6 </a:t>
            </a:r>
            <a:r>
              <a:rPr lang="en-US" sz="1200" dirty="0">
                <a:solidFill>
                  <a:prstClr val="black"/>
                </a:solidFill>
              </a:rPr>
              <a:t>domains are at high level of maturity</a:t>
            </a:r>
          </a:p>
          <a:p>
            <a:pPr lvl="1" fontAlgn="auto">
              <a:lnSpc>
                <a:spcPct val="100000"/>
              </a:lnSpc>
              <a:spcAft>
                <a:spcPts val="0"/>
              </a:spcAft>
            </a:pPr>
            <a:r>
              <a:rPr lang="en-US" sz="1200" dirty="0" smtClean="0">
                <a:solidFill>
                  <a:prstClr val="black"/>
                </a:solidFill>
              </a:rPr>
              <a:t>AP242 </a:t>
            </a:r>
            <a:r>
              <a:rPr lang="en-US" sz="1200" dirty="0">
                <a:solidFill>
                  <a:prstClr val="black"/>
                </a:solidFill>
              </a:rPr>
              <a:t>Edition 2 ECD publication:  </a:t>
            </a:r>
            <a:r>
              <a:rPr lang="en-US" sz="1200" dirty="0" smtClean="0">
                <a:solidFill>
                  <a:prstClr val="black"/>
                </a:solidFill>
              </a:rPr>
              <a:t>Q4, 2019</a:t>
            </a:r>
            <a:endParaRPr lang="en-US" sz="1200" dirty="0">
              <a:solidFill>
                <a:prstClr val="black"/>
              </a:solidFill>
            </a:endParaRPr>
          </a:p>
          <a:p>
            <a:pPr lvl="1" fontAlgn="auto">
              <a:lnSpc>
                <a:spcPct val="100000"/>
              </a:lnSpc>
              <a:spcAft>
                <a:spcPts val="0"/>
              </a:spcAft>
            </a:pPr>
            <a:r>
              <a:rPr lang="en-US" sz="1200" dirty="0" smtClean="0">
                <a:solidFill>
                  <a:prstClr val="black"/>
                </a:solidFill>
              </a:rPr>
              <a:t> Low </a:t>
            </a:r>
            <a:r>
              <a:rPr lang="en-US" sz="1200" dirty="0">
                <a:solidFill>
                  <a:prstClr val="black"/>
                </a:solidFill>
              </a:rPr>
              <a:t>maturity for Model Based Process to Planning</a:t>
            </a:r>
          </a:p>
          <a:p>
            <a:pPr fontAlgn="auto">
              <a:spcAft>
                <a:spcPts val="0"/>
              </a:spcAft>
            </a:pPr>
            <a:endParaRPr lang="en-US" sz="1400" dirty="0">
              <a:solidFill>
                <a:prstClr val="black"/>
              </a:solidFill>
            </a:endParaRPr>
          </a:p>
        </p:txBody>
      </p:sp>
      <p:sp>
        <p:nvSpPr>
          <p:cNvPr id="10" name="Content Placeholder 2"/>
          <p:cNvSpPr txBox="1">
            <a:spLocks/>
          </p:cNvSpPr>
          <p:nvPr/>
        </p:nvSpPr>
        <p:spPr>
          <a:xfrm>
            <a:off x="573433" y="3348065"/>
            <a:ext cx="5051190" cy="2342828"/>
          </a:xfrm>
          <a:prstGeom prst="rect">
            <a:avLst/>
          </a:prstGeom>
          <a:ln w="28575">
            <a:solidFill>
              <a:schemeClr val="tx1"/>
            </a:solid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en-US" sz="1400" b="1" dirty="0">
                <a:solidFill>
                  <a:prstClr val="black"/>
                </a:solidFill>
              </a:rPr>
              <a:t>Boeing Process </a:t>
            </a:r>
            <a:r>
              <a:rPr lang="en-US" sz="1400" b="1" dirty="0" smtClean="0">
                <a:solidFill>
                  <a:prstClr val="black"/>
                </a:solidFill>
              </a:rPr>
              <a:t>Maturity</a:t>
            </a:r>
          </a:p>
          <a:p>
            <a:pPr fontAlgn="auto">
              <a:spcAft>
                <a:spcPts val="0"/>
              </a:spcAft>
            </a:pPr>
            <a:r>
              <a:rPr lang="en-US" sz="1200" dirty="0" smtClean="0">
                <a:solidFill>
                  <a:prstClr val="black"/>
                </a:solidFill>
              </a:rPr>
              <a:t>Processes </a:t>
            </a:r>
            <a:r>
              <a:rPr lang="en-US" sz="1200" dirty="0">
                <a:solidFill>
                  <a:prstClr val="black"/>
                </a:solidFill>
              </a:rPr>
              <a:t>are in place, people trained, ready </a:t>
            </a:r>
            <a:r>
              <a:rPr lang="en-US" sz="1200" dirty="0" smtClean="0">
                <a:solidFill>
                  <a:prstClr val="black"/>
                </a:solidFill>
              </a:rPr>
              <a:t> to </a:t>
            </a:r>
            <a:r>
              <a:rPr lang="en-US" sz="1200" dirty="0">
                <a:solidFill>
                  <a:prstClr val="black"/>
                </a:solidFill>
              </a:rPr>
              <a:t>deploy in 12 domains support </a:t>
            </a:r>
          </a:p>
          <a:p>
            <a:pPr lvl="1" fontAlgn="auto">
              <a:spcAft>
                <a:spcPts val="0"/>
              </a:spcAft>
            </a:pPr>
            <a:r>
              <a:rPr lang="en-US" sz="1100" dirty="0">
                <a:solidFill>
                  <a:prstClr val="black"/>
                </a:solidFill>
              </a:rPr>
              <a:t>Approved high level PROs (6188, 7029) to use Industry Data Standards</a:t>
            </a:r>
          </a:p>
          <a:p>
            <a:pPr lvl="1" fontAlgn="auto">
              <a:spcAft>
                <a:spcPts val="0"/>
              </a:spcAft>
            </a:pPr>
            <a:r>
              <a:rPr lang="en-US" sz="1100" dirty="0">
                <a:solidFill>
                  <a:prstClr val="black"/>
                </a:solidFill>
              </a:rPr>
              <a:t>Align MBD authoring standards to AP242</a:t>
            </a:r>
          </a:p>
          <a:p>
            <a:pPr lvl="1" fontAlgn="auto">
              <a:spcAft>
                <a:spcPts val="0"/>
              </a:spcAft>
            </a:pPr>
            <a:r>
              <a:rPr lang="en-US" sz="1100" dirty="0">
                <a:solidFill>
                  <a:prstClr val="black"/>
                </a:solidFill>
              </a:rPr>
              <a:t>Have a low level of integration of the PRO direction into detailed processes, e.g. Supplier Mgmt incorporation of AP242 into contracting requirements</a:t>
            </a:r>
          </a:p>
          <a:p>
            <a:pPr lvl="1" fontAlgn="auto">
              <a:spcAft>
                <a:spcPts val="0"/>
              </a:spcAft>
            </a:pPr>
            <a:r>
              <a:rPr lang="en-US" sz="1100" dirty="0">
                <a:solidFill>
                  <a:prstClr val="black"/>
                </a:solidFill>
              </a:rPr>
              <a:t>Outside of CAD authoring we have low process maturity for AP242 </a:t>
            </a:r>
          </a:p>
        </p:txBody>
      </p:sp>
      <p:sp>
        <p:nvSpPr>
          <p:cNvPr id="11" name="Content Placeholder 2"/>
          <p:cNvSpPr txBox="1">
            <a:spLocks/>
          </p:cNvSpPr>
          <p:nvPr/>
        </p:nvSpPr>
        <p:spPr>
          <a:xfrm>
            <a:off x="5613991" y="3358897"/>
            <a:ext cx="5380074" cy="2342829"/>
          </a:xfrm>
          <a:prstGeom prst="rect">
            <a:avLst/>
          </a:prstGeom>
          <a:ln w="28575">
            <a:solidFill>
              <a:schemeClr val="tx1"/>
            </a:solidFill>
          </a:ln>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None/>
            </a:pPr>
            <a:r>
              <a:rPr lang="en-US" sz="1500" b="1" dirty="0">
                <a:solidFill>
                  <a:prstClr val="black"/>
                </a:solidFill>
              </a:rPr>
              <a:t>Industry Maturity</a:t>
            </a:r>
          </a:p>
          <a:p>
            <a:pPr fontAlgn="auto">
              <a:spcAft>
                <a:spcPts val="0"/>
              </a:spcAft>
            </a:pPr>
            <a:r>
              <a:rPr lang="en-US" sz="1400" dirty="0">
                <a:solidFill>
                  <a:prstClr val="black"/>
                </a:solidFill>
              </a:rPr>
              <a:t>Industry partners are able to create, distribute, receive, and consume AP242  </a:t>
            </a:r>
          </a:p>
          <a:p>
            <a:pPr lvl="1" fontAlgn="auto">
              <a:spcAft>
                <a:spcPts val="0"/>
              </a:spcAft>
            </a:pPr>
            <a:r>
              <a:rPr lang="en-US" sz="1200" dirty="0">
                <a:solidFill>
                  <a:prstClr val="black"/>
                </a:solidFill>
              </a:rPr>
              <a:t>High level of industry awareness of AP242 as primary MBD standard for aerospace</a:t>
            </a:r>
          </a:p>
          <a:p>
            <a:pPr lvl="1" fontAlgn="auto">
              <a:spcAft>
                <a:spcPts val="0"/>
              </a:spcAft>
            </a:pPr>
            <a:r>
              <a:rPr lang="en-US" sz="1200" dirty="0">
                <a:solidFill>
                  <a:prstClr val="black"/>
                </a:solidFill>
              </a:rPr>
              <a:t>Industry testing forums are improving interoperability across MBD authoring tools </a:t>
            </a:r>
          </a:p>
          <a:p>
            <a:pPr lvl="2" fontAlgn="auto">
              <a:spcAft>
                <a:spcPts val="0"/>
              </a:spcAft>
            </a:pPr>
            <a:r>
              <a:rPr lang="en-US" sz="1100" dirty="0">
                <a:solidFill>
                  <a:prstClr val="black"/>
                </a:solidFill>
              </a:rPr>
              <a:t>High level of maturity in Tier 1 suppliers</a:t>
            </a:r>
          </a:p>
          <a:p>
            <a:pPr lvl="2" fontAlgn="auto">
              <a:spcAft>
                <a:spcPts val="0"/>
              </a:spcAft>
            </a:pPr>
            <a:r>
              <a:rPr lang="en-US" sz="1100" dirty="0">
                <a:solidFill>
                  <a:prstClr val="black"/>
                </a:solidFill>
              </a:rPr>
              <a:t>Low level of maturity by Tier 2+ suppliers </a:t>
            </a:r>
          </a:p>
          <a:p>
            <a:endParaRPr lang="en-US" dirty="0"/>
          </a:p>
          <a:p>
            <a:pPr fontAlgn="auto">
              <a:spcAft>
                <a:spcPts val="0"/>
              </a:spcAft>
            </a:pPr>
            <a:endParaRPr lang="en-US" sz="2100" dirty="0">
              <a:solidFill>
                <a:prstClr val="black"/>
              </a:solidFill>
            </a:endParaRPr>
          </a:p>
          <a:p>
            <a:pPr marL="0" indent="0" fontAlgn="auto">
              <a:spcAft>
                <a:spcPts val="0"/>
              </a:spcAft>
              <a:buNone/>
            </a:pPr>
            <a:endParaRPr lang="en-US" sz="2100" dirty="0">
              <a:solidFill>
                <a:prstClr val="black"/>
              </a:solidFill>
            </a:endParaRPr>
          </a:p>
        </p:txBody>
      </p:sp>
      <p:grpSp>
        <p:nvGrpSpPr>
          <p:cNvPr id="24" name="Group 23"/>
          <p:cNvGrpSpPr/>
          <p:nvPr/>
        </p:nvGrpSpPr>
        <p:grpSpPr>
          <a:xfrm>
            <a:off x="607894" y="5401340"/>
            <a:ext cx="10535027" cy="1500438"/>
            <a:chOff x="607895" y="5716972"/>
            <a:chExt cx="8150250" cy="1184806"/>
          </a:xfrm>
        </p:grpSpPr>
        <p:sp>
          <p:nvSpPr>
            <p:cNvPr id="13" name="TextBox 12"/>
            <p:cNvSpPr txBox="1"/>
            <p:nvPr/>
          </p:nvSpPr>
          <p:spPr>
            <a:xfrm>
              <a:off x="607895" y="6378021"/>
              <a:ext cx="7708205" cy="276999"/>
            </a:xfrm>
            <a:prstGeom prst="rect">
              <a:avLst/>
            </a:prstGeom>
            <a:noFill/>
            <a:ln>
              <a:solidFill>
                <a:schemeClr val="tx1"/>
              </a:solidFill>
            </a:ln>
          </p:spPr>
          <p:txBody>
            <a:bodyPr wrap="square" rtlCol="0">
              <a:spAutoFit/>
            </a:bodyPr>
            <a:lstStyle/>
            <a:p>
              <a:r>
                <a:rPr lang="en-US" sz="1200" dirty="0" smtClean="0"/>
                <a:t>           Mar                    June                 Sept                    Jan                     Mar                     Jun                       Sep                      Jan                    Feb        </a:t>
              </a:r>
              <a:endParaRPr lang="en-US" sz="1200" dirty="0"/>
            </a:p>
          </p:txBody>
        </p:sp>
        <p:sp>
          <p:nvSpPr>
            <p:cNvPr id="14" name="TextBox 13"/>
            <p:cNvSpPr txBox="1"/>
            <p:nvPr/>
          </p:nvSpPr>
          <p:spPr>
            <a:xfrm>
              <a:off x="2306105" y="6624779"/>
              <a:ext cx="1152150" cy="276999"/>
            </a:xfrm>
            <a:prstGeom prst="rect">
              <a:avLst/>
            </a:prstGeom>
            <a:noFill/>
          </p:spPr>
          <p:txBody>
            <a:bodyPr wrap="square" rtlCol="0">
              <a:spAutoFit/>
            </a:bodyPr>
            <a:lstStyle/>
            <a:p>
              <a:r>
                <a:rPr lang="en-US" sz="1200" dirty="0" smtClean="0"/>
                <a:t>2019</a:t>
              </a:r>
              <a:endParaRPr lang="en-US" sz="1200" dirty="0"/>
            </a:p>
          </p:txBody>
        </p:sp>
        <p:sp>
          <p:nvSpPr>
            <p:cNvPr id="15" name="TextBox 14"/>
            <p:cNvSpPr txBox="1"/>
            <p:nvPr/>
          </p:nvSpPr>
          <p:spPr>
            <a:xfrm>
              <a:off x="5455315" y="6608451"/>
              <a:ext cx="1152150" cy="276999"/>
            </a:xfrm>
            <a:prstGeom prst="rect">
              <a:avLst/>
            </a:prstGeom>
            <a:noFill/>
          </p:spPr>
          <p:txBody>
            <a:bodyPr wrap="square" rtlCol="0">
              <a:spAutoFit/>
            </a:bodyPr>
            <a:lstStyle/>
            <a:p>
              <a:r>
                <a:rPr lang="en-US" sz="1200" dirty="0" smtClean="0"/>
                <a:t>2020</a:t>
              </a:r>
              <a:endParaRPr lang="en-US" sz="1200" dirty="0"/>
            </a:p>
          </p:txBody>
        </p:sp>
        <p:grpSp>
          <p:nvGrpSpPr>
            <p:cNvPr id="16" name="Group 15"/>
            <p:cNvGrpSpPr/>
            <p:nvPr/>
          </p:nvGrpSpPr>
          <p:grpSpPr>
            <a:xfrm>
              <a:off x="3059588" y="5818247"/>
              <a:ext cx="1267365" cy="553730"/>
              <a:chOff x="2996438" y="5794050"/>
              <a:chExt cx="1267365" cy="553730"/>
            </a:xfrm>
          </p:grpSpPr>
          <p:sp>
            <p:nvSpPr>
              <p:cNvPr id="22" name="Isosceles Triangle 21"/>
              <p:cNvSpPr/>
              <p:nvPr/>
            </p:nvSpPr>
            <p:spPr>
              <a:xfrm flipV="1">
                <a:off x="3477458" y="6194160"/>
                <a:ext cx="230430" cy="1536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2996438" y="5794050"/>
                <a:ext cx="1267365" cy="400110"/>
              </a:xfrm>
              <a:prstGeom prst="rect">
                <a:avLst/>
              </a:prstGeom>
              <a:noFill/>
            </p:spPr>
            <p:txBody>
              <a:bodyPr wrap="square" rtlCol="0">
                <a:spAutoFit/>
              </a:bodyPr>
              <a:lstStyle/>
              <a:p>
                <a:pPr algn="ctr"/>
                <a:r>
                  <a:rPr lang="en-US" sz="1000" dirty="0" smtClean="0"/>
                  <a:t>Publish</a:t>
                </a:r>
              </a:p>
              <a:p>
                <a:pPr algn="ctr"/>
                <a:r>
                  <a:rPr lang="en-US" sz="1000" dirty="0" smtClean="0"/>
                  <a:t>AP242 </a:t>
                </a:r>
                <a:r>
                  <a:rPr lang="en-US" sz="1000" dirty="0" err="1" smtClean="0"/>
                  <a:t>ed</a:t>
                </a:r>
                <a:r>
                  <a:rPr lang="en-US" sz="1000" dirty="0" smtClean="0"/>
                  <a:t> 2</a:t>
                </a:r>
                <a:endParaRPr lang="en-US" sz="1000" dirty="0"/>
              </a:p>
            </p:txBody>
          </p:sp>
        </p:grpSp>
        <p:sp>
          <p:nvSpPr>
            <p:cNvPr id="17" name="Isosceles Triangle 16"/>
            <p:cNvSpPr/>
            <p:nvPr/>
          </p:nvSpPr>
          <p:spPr>
            <a:xfrm flipV="1">
              <a:off x="7894033" y="6224401"/>
              <a:ext cx="230430" cy="1536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7490780" y="5961602"/>
              <a:ext cx="1267365" cy="246221"/>
            </a:xfrm>
            <a:prstGeom prst="rect">
              <a:avLst/>
            </a:prstGeom>
            <a:noFill/>
          </p:spPr>
          <p:txBody>
            <a:bodyPr wrap="square" rtlCol="0">
              <a:spAutoFit/>
            </a:bodyPr>
            <a:lstStyle/>
            <a:p>
              <a:pPr algn="ctr"/>
              <a:r>
                <a:rPr lang="en-US" sz="1000" dirty="0" smtClean="0"/>
                <a:t>AP242 </a:t>
              </a:r>
              <a:r>
                <a:rPr lang="en-US" sz="1000" dirty="0" err="1" smtClean="0"/>
                <a:t>ed</a:t>
              </a:r>
              <a:r>
                <a:rPr lang="en-US" sz="1000" dirty="0" smtClean="0"/>
                <a:t> 3</a:t>
              </a:r>
              <a:endParaRPr lang="en-US" sz="1000" dirty="0"/>
            </a:p>
          </p:txBody>
        </p:sp>
        <p:grpSp>
          <p:nvGrpSpPr>
            <p:cNvPr id="19" name="Group 18"/>
            <p:cNvGrpSpPr/>
            <p:nvPr/>
          </p:nvGrpSpPr>
          <p:grpSpPr>
            <a:xfrm>
              <a:off x="1038740" y="5716972"/>
              <a:ext cx="1267365" cy="655005"/>
              <a:chOff x="3055334" y="5692775"/>
              <a:chExt cx="1267365" cy="655005"/>
            </a:xfrm>
          </p:grpSpPr>
          <p:sp>
            <p:nvSpPr>
              <p:cNvPr id="20" name="Isosceles Triangle 19"/>
              <p:cNvSpPr/>
              <p:nvPr/>
            </p:nvSpPr>
            <p:spPr>
              <a:xfrm flipV="1">
                <a:off x="3477458" y="6194160"/>
                <a:ext cx="230430" cy="1536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3055334" y="5692775"/>
                <a:ext cx="1267365" cy="553998"/>
              </a:xfrm>
              <a:prstGeom prst="rect">
                <a:avLst/>
              </a:prstGeom>
              <a:noFill/>
            </p:spPr>
            <p:txBody>
              <a:bodyPr wrap="square" rtlCol="0">
                <a:spAutoFit/>
              </a:bodyPr>
              <a:lstStyle/>
              <a:p>
                <a:pPr algn="ctr"/>
                <a:r>
                  <a:rPr lang="en-US" sz="1000" dirty="0" smtClean="0"/>
                  <a:t>Technical work for AP242 </a:t>
                </a:r>
                <a:r>
                  <a:rPr lang="en-US" sz="1000" dirty="0" err="1" smtClean="0"/>
                  <a:t>ed</a:t>
                </a:r>
                <a:r>
                  <a:rPr lang="en-US" sz="1000" dirty="0" smtClean="0"/>
                  <a:t> 2 complete</a:t>
                </a:r>
                <a:endParaRPr lang="en-US" sz="1000" dirty="0"/>
              </a:p>
            </p:txBody>
          </p:sp>
        </p:grpSp>
      </p:grpSp>
      <p:sp>
        <p:nvSpPr>
          <p:cNvPr id="25" name="Oval 24"/>
          <p:cNvSpPr/>
          <p:nvPr/>
        </p:nvSpPr>
        <p:spPr>
          <a:xfrm>
            <a:off x="10575448" y="3471055"/>
            <a:ext cx="268835" cy="30724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5123143" y="3422363"/>
            <a:ext cx="268835" cy="30724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574564" y="1124700"/>
            <a:ext cx="268835" cy="30724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5123143" y="1140093"/>
            <a:ext cx="268835" cy="307240"/>
          </a:xfrm>
          <a:prstGeom prst="ellipse">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16890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9708" y="202981"/>
            <a:ext cx="7886700" cy="845977"/>
          </a:xfrm>
        </p:spPr>
        <p:txBody>
          <a:bodyPr>
            <a:normAutofit/>
          </a:bodyPr>
          <a:lstStyle/>
          <a:p>
            <a:r>
              <a:rPr lang="en-US" sz="2400" dirty="0"/>
              <a:t>Maturity Assessment: AP242</a:t>
            </a:r>
          </a:p>
        </p:txBody>
      </p:sp>
      <p:sp>
        <p:nvSpPr>
          <p:cNvPr id="3" name="Content Placeholder 2"/>
          <p:cNvSpPr>
            <a:spLocks noGrp="1"/>
          </p:cNvSpPr>
          <p:nvPr>
            <p:ph idx="4294967295"/>
          </p:nvPr>
        </p:nvSpPr>
        <p:spPr>
          <a:xfrm>
            <a:off x="5888600" y="1048959"/>
            <a:ext cx="3951500" cy="2341637"/>
          </a:xfrm>
          <a:prstGeom prst="rect">
            <a:avLst/>
          </a:prstGeom>
          <a:ln w="28575">
            <a:solidFill>
              <a:schemeClr val="tx1"/>
            </a:solidFill>
          </a:ln>
        </p:spPr>
        <p:txBody>
          <a:bodyPr>
            <a:normAutofit/>
          </a:bodyPr>
          <a:lstStyle/>
          <a:p>
            <a:pPr marL="0" indent="0" fontAlgn="auto">
              <a:spcAft>
                <a:spcPts val="0"/>
              </a:spcAft>
              <a:buNone/>
            </a:pPr>
            <a:r>
              <a:rPr lang="en-US" sz="1500" b="1" dirty="0">
                <a:solidFill>
                  <a:prstClr val="black"/>
                </a:solidFill>
              </a:rPr>
              <a:t>Industry Maturity</a:t>
            </a:r>
          </a:p>
          <a:p>
            <a:pPr fontAlgn="auto">
              <a:spcAft>
                <a:spcPts val="0"/>
              </a:spcAft>
            </a:pPr>
            <a:r>
              <a:rPr lang="en-US" sz="1400" dirty="0">
                <a:solidFill>
                  <a:prstClr val="black"/>
                </a:solidFill>
              </a:rPr>
              <a:t>Industry partners are able to create, distribute, receive, and consume AP242  </a:t>
            </a:r>
          </a:p>
          <a:p>
            <a:pPr lvl="1" fontAlgn="auto">
              <a:spcAft>
                <a:spcPts val="0"/>
              </a:spcAft>
            </a:pPr>
            <a:r>
              <a:rPr lang="en-US" sz="1200" dirty="0">
                <a:solidFill>
                  <a:prstClr val="black"/>
                </a:solidFill>
              </a:rPr>
              <a:t>High level of industry awareness of AP242 as primary MBD standard for aerospace</a:t>
            </a:r>
          </a:p>
          <a:p>
            <a:pPr lvl="1" fontAlgn="auto">
              <a:spcAft>
                <a:spcPts val="0"/>
              </a:spcAft>
            </a:pPr>
            <a:r>
              <a:rPr lang="en-US" sz="1200" dirty="0">
                <a:solidFill>
                  <a:prstClr val="black"/>
                </a:solidFill>
              </a:rPr>
              <a:t>Industry testing forums are improving interoperability across MBD authoring tools </a:t>
            </a:r>
          </a:p>
          <a:p>
            <a:pPr lvl="2" fontAlgn="auto">
              <a:spcAft>
                <a:spcPts val="0"/>
              </a:spcAft>
            </a:pPr>
            <a:r>
              <a:rPr lang="en-US" sz="1100" dirty="0">
                <a:solidFill>
                  <a:prstClr val="black"/>
                </a:solidFill>
              </a:rPr>
              <a:t>High level of maturity in Tier 1 suppliers</a:t>
            </a:r>
          </a:p>
          <a:p>
            <a:pPr lvl="2" fontAlgn="auto">
              <a:spcAft>
                <a:spcPts val="0"/>
              </a:spcAft>
            </a:pPr>
            <a:r>
              <a:rPr lang="en-US" sz="1100" dirty="0">
                <a:solidFill>
                  <a:prstClr val="black"/>
                </a:solidFill>
              </a:rPr>
              <a:t>Low level of maturity by Tier 2+ suppliers </a:t>
            </a:r>
          </a:p>
          <a:p>
            <a:pPr lvl="1"/>
            <a:endParaRPr lang="en-US" sz="1100" dirty="0"/>
          </a:p>
          <a:p>
            <a:pPr lvl="1"/>
            <a:endParaRPr lang="en-US" sz="1100" dirty="0"/>
          </a:p>
          <a:p>
            <a:pPr lvl="1"/>
            <a:endParaRPr lang="en-US" sz="1100" dirty="0"/>
          </a:p>
        </p:txBody>
      </p:sp>
      <p:sp>
        <p:nvSpPr>
          <p:cNvPr id="4" name="Content Placeholder 2"/>
          <p:cNvSpPr txBox="1">
            <a:spLocks/>
          </p:cNvSpPr>
          <p:nvPr/>
        </p:nvSpPr>
        <p:spPr>
          <a:xfrm>
            <a:off x="2091893" y="1048959"/>
            <a:ext cx="3793127" cy="2341636"/>
          </a:xfrm>
          <a:prstGeom prst="rect">
            <a:avLst/>
          </a:prstGeom>
          <a:ln w="28575">
            <a:solidFill>
              <a:schemeClr val="tx1"/>
            </a:solidFill>
          </a:ln>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750"/>
              </a:spcBef>
              <a:buNone/>
            </a:pPr>
            <a:r>
              <a:rPr lang="en-US" sz="1400" b="1" dirty="0">
                <a:solidFill>
                  <a:prstClr val="black"/>
                </a:solidFill>
              </a:rPr>
              <a:t>Standard Maturity</a:t>
            </a:r>
          </a:p>
          <a:p>
            <a:r>
              <a:rPr lang="en-US" sz="1400" dirty="0">
                <a:solidFill>
                  <a:prstClr val="black"/>
                </a:solidFill>
              </a:rPr>
              <a:t>14 Domains require AP242 support</a:t>
            </a:r>
          </a:p>
          <a:p>
            <a:pPr lvl="1">
              <a:lnSpc>
                <a:spcPct val="100000"/>
              </a:lnSpc>
            </a:pPr>
            <a:r>
              <a:rPr lang="en-US" sz="1200" dirty="0">
                <a:solidFill>
                  <a:prstClr val="black"/>
                </a:solidFill>
              </a:rPr>
              <a:t>AP242 Edition 2 ECD publication:  Q4 2019</a:t>
            </a:r>
          </a:p>
          <a:p>
            <a:pPr lvl="1">
              <a:lnSpc>
                <a:spcPct val="110000"/>
              </a:lnSpc>
            </a:pPr>
            <a:r>
              <a:rPr lang="en-US" sz="1200" dirty="0">
                <a:solidFill>
                  <a:prstClr val="black"/>
                </a:solidFill>
              </a:rPr>
              <a:t>Low maturity for Model Based Process to Planning</a:t>
            </a:r>
          </a:p>
          <a:p>
            <a:pPr lvl="1">
              <a:lnSpc>
                <a:spcPct val="110000"/>
              </a:lnSpc>
            </a:pPr>
            <a:r>
              <a:rPr lang="en-US" sz="1200" dirty="0">
                <a:solidFill>
                  <a:prstClr val="black"/>
                </a:solidFill>
              </a:rPr>
              <a:t>Release of AP242e2 in 4Q2019 will increase support for 5 domains. AP242e3 plan to address all remaining domains</a:t>
            </a:r>
          </a:p>
          <a:p>
            <a:endParaRPr lang="en-US" sz="1400" dirty="0">
              <a:solidFill>
                <a:prstClr val="black"/>
              </a:solidFill>
            </a:endParaRPr>
          </a:p>
        </p:txBody>
      </p:sp>
      <p:sp>
        <p:nvSpPr>
          <p:cNvPr id="5" name="Content Placeholder 2"/>
          <p:cNvSpPr txBox="1">
            <a:spLocks/>
          </p:cNvSpPr>
          <p:nvPr/>
        </p:nvSpPr>
        <p:spPr>
          <a:xfrm>
            <a:off x="2097434" y="3390595"/>
            <a:ext cx="7728975" cy="2342828"/>
          </a:xfrm>
          <a:prstGeom prst="rect">
            <a:avLst/>
          </a:prstGeom>
          <a:ln w="28575">
            <a:solidFill>
              <a:schemeClr val="tx1"/>
            </a:solidFill>
          </a:ln>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solidFill>
                  <a:prstClr val="black"/>
                </a:solidFill>
              </a:rPr>
              <a:t>Capability Maturity  (people, process, tools, data)</a:t>
            </a:r>
          </a:p>
          <a:p>
            <a:pPr marL="0" indent="0">
              <a:buNone/>
            </a:pPr>
            <a:r>
              <a:rPr lang="en-US" sz="1400" dirty="0">
                <a:solidFill>
                  <a:prstClr val="black"/>
                </a:solidFill>
              </a:rPr>
              <a:t>14 Domains to create and use AP242 within Business Capability</a:t>
            </a:r>
          </a:p>
          <a:p>
            <a:r>
              <a:rPr lang="en-US" sz="1400" dirty="0">
                <a:solidFill>
                  <a:prstClr val="black"/>
                </a:solidFill>
              </a:rPr>
              <a:t>People- # Domains have validated/educated their workforce on the use of AP242 for data exchange</a:t>
            </a:r>
          </a:p>
          <a:p>
            <a:r>
              <a:rPr lang="en-US" sz="1400" dirty="0">
                <a:solidFill>
                  <a:prstClr val="black"/>
                </a:solidFill>
              </a:rPr>
              <a:t>Process - Approved high level PROs (6188, 7029) to use Industry Data Standards, # Domains have validated/incorporated their processes require conformance to AP242 standard</a:t>
            </a:r>
          </a:p>
          <a:p>
            <a:r>
              <a:rPr lang="en-US" sz="1400" dirty="0">
                <a:solidFill>
                  <a:prstClr val="black"/>
                </a:solidFill>
              </a:rPr>
              <a:t>Data - # Domains have validated/incorporated their data conforms to the AP242 model</a:t>
            </a:r>
          </a:p>
          <a:p>
            <a:r>
              <a:rPr lang="en-US" sz="1400" dirty="0">
                <a:solidFill>
                  <a:prstClr val="black"/>
                </a:solidFill>
              </a:rPr>
              <a:t>Tools - # Domains have validated/incorporated the creation/distribution AP242 within their tool suite</a:t>
            </a:r>
          </a:p>
          <a:p>
            <a:pPr lvl="1"/>
            <a:endParaRPr lang="en-US" sz="1100" dirty="0">
              <a:solidFill>
                <a:prstClr val="black"/>
              </a:solidFill>
            </a:endParaRPr>
          </a:p>
        </p:txBody>
      </p:sp>
      <p:sp>
        <p:nvSpPr>
          <p:cNvPr id="13" name="Oval 12"/>
          <p:cNvSpPr/>
          <p:nvPr/>
        </p:nvSpPr>
        <p:spPr>
          <a:xfrm>
            <a:off x="9438120" y="3471055"/>
            <a:ext cx="268835" cy="30724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200">
              <a:solidFill>
                <a:srgbClr val="FFFFFF"/>
              </a:solidFill>
            </a:endParaRPr>
          </a:p>
        </p:txBody>
      </p:sp>
      <p:sp>
        <p:nvSpPr>
          <p:cNvPr id="15" name="Oval 14"/>
          <p:cNvSpPr/>
          <p:nvPr/>
        </p:nvSpPr>
        <p:spPr>
          <a:xfrm>
            <a:off x="9437236" y="1124700"/>
            <a:ext cx="268835" cy="30724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200">
              <a:solidFill>
                <a:srgbClr val="FFFFFF"/>
              </a:solidFill>
            </a:endParaRPr>
          </a:p>
        </p:txBody>
      </p:sp>
      <p:sp>
        <p:nvSpPr>
          <p:cNvPr id="16" name="Oval 15"/>
          <p:cNvSpPr/>
          <p:nvPr/>
        </p:nvSpPr>
        <p:spPr>
          <a:xfrm>
            <a:off x="5500723" y="1140093"/>
            <a:ext cx="268835" cy="307240"/>
          </a:xfrm>
          <a:prstGeom prst="ellipse">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200">
              <a:solidFill>
                <a:srgbClr val="FFFFFF"/>
              </a:solidFill>
            </a:endParaRPr>
          </a:p>
        </p:txBody>
      </p:sp>
      <p:grpSp>
        <p:nvGrpSpPr>
          <p:cNvPr id="23" name="Group 22"/>
          <p:cNvGrpSpPr/>
          <p:nvPr/>
        </p:nvGrpSpPr>
        <p:grpSpPr>
          <a:xfrm>
            <a:off x="2131895" y="5716972"/>
            <a:ext cx="8150250" cy="1184806"/>
            <a:chOff x="607895" y="5716972"/>
            <a:chExt cx="8150250" cy="1184806"/>
          </a:xfrm>
        </p:grpSpPr>
        <p:sp>
          <p:nvSpPr>
            <p:cNvPr id="24" name="TextBox 23"/>
            <p:cNvSpPr txBox="1"/>
            <p:nvPr/>
          </p:nvSpPr>
          <p:spPr>
            <a:xfrm>
              <a:off x="607895" y="6378021"/>
              <a:ext cx="7708205" cy="276999"/>
            </a:xfrm>
            <a:prstGeom prst="rect">
              <a:avLst/>
            </a:prstGeom>
            <a:noFill/>
            <a:ln>
              <a:solidFill>
                <a:schemeClr val="tx1"/>
              </a:solidFill>
            </a:ln>
          </p:spPr>
          <p:txBody>
            <a:bodyPr wrap="square" rtlCol="0">
              <a:spAutoFit/>
            </a:bodyPr>
            <a:lstStyle/>
            <a:p>
              <a:pPr fontAlgn="base">
                <a:spcBef>
                  <a:spcPct val="0"/>
                </a:spcBef>
                <a:spcAft>
                  <a:spcPct val="0"/>
                </a:spcAft>
              </a:pPr>
              <a:r>
                <a:rPr lang="en-US" sz="1200" dirty="0">
                  <a:solidFill>
                    <a:srgbClr val="000000"/>
                  </a:solidFill>
                  <a:latin typeface="Times" pitchFamily="18" charset="0"/>
                </a:rPr>
                <a:t>          Mar                  June               Sept                  Jan                   Mar                   Jun                     Sep                    Jan         </a:t>
              </a:r>
            </a:p>
          </p:txBody>
        </p:sp>
        <p:sp>
          <p:nvSpPr>
            <p:cNvPr id="25" name="TextBox 24"/>
            <p:cNvSpPr txBox="1"/>
            <p:nvPr/>
          </p:nvSpPr>
          <p:spPr>
            <a:xfrm>
              <a:off x="2306105" y="6624779"/>
              <a:ext cx="1152150" cy="276999"/>
            </a:xfrm>
            <a:prstGeom prst="rect">
              <a:avLst/>
            </a:prstGeom>
            <a:noFill/>
          </p:spPr>
          <p:txBody>
            <a:bodyPr wrap="square" rtlCol="0">
              <a:spAutoFit/>
            </a:bodyPr>
            <a:lstStyle/>
            <a:p>
              <a:pPr fontAlgn="base">
                <a:spcBef>
                  <a:spcPct val="0"/>
                </a:spcBef>
                <a:spcAft>
                  <a:spcPct val="0"/>
                </a:spcAft>
              </a:pPr>
              <a:r>
                <a:rPr lang="en-US" sz="1200" dirty="0">
                  <a:solidFill>
                    <a:srgbClr val="000000"/>
                  </a:solidFill>
                  <a:latin typeface="Times" pitchFamily="18" charset="0"/>
                </a:rPr>
                <a:t>2019</a:t>
              </a:r>
            </a:p>
          </p:txBody>
        </p:sp>
        <p:sp>
          <p:nvSpPr>
            <p:cNvPr id="26" name="TextBox 25"/>
            <p:cNvSpPr txBox="1"/>
            <p:nvPr/>
          </p:nvSpPr>
          <p:spPr>
            <a:xfrm>
              <a:off x="5455315" y="6608451"/>
              <a:ext cx="1152150" cy="276999"/>
            </a:xfrm>
            <a:prstGeom prst="rect">
              <a:avLst/>
            </a:prstGeom>
            <a:noFill/>
          </p:spPr>
          <p:txBody>
            <a:bodyPr wrap="square" rtlCol="0">
              <a:spAutoFit/>
            </a:bodyPr>
            <a:lstStyle/>
            <a:p>
              <a:pPr fontAlgn="base">
                <a:spcBef>
                  <a:spcPct val="0"/>
                </a:spcBef>
                <a:spcAft>
                  <a:spcPct val="0"/>
                </a:spcAft>
              </a:pPr>
              <a:r>
                <a:rPr lang="en-US" sz="1200" dirty="0">
                  <a:solidFill>
                    <a:srgbClr val="000000"/>
                  </a:solidFill>
                  <a:latin typeface="Times" pitchFamily="18" charset="0"/>
                </a:rPr>
                <a:t>2020</a:t>
              </a:r>
            </a:p>
          </p:txBody>
        </p:sp>
        <p:grpSp>
          <p:nvGrpSpPr>
            <p:cNvPr id="27" name="Group 26"/>
            <p:cNvGrpSpPr/>
            <p:nvPr/>
          </p:nvGrpSpPr>
          <p:grpSpPr>
            <a:xfrm>
              <a:off x="3059588" y="5818247"/>
              <a:ext cx="1267365" cy="553730"/>
              <a:chOff x="2996438" y="5794050"/>
              <a:chExt cx="1267365" cy="553730"/>
            </a:xfrm>
          </p:grpSpPr>
          <p:sp>
            <p:nvSpPr>
              <p:cNvPr id="33" name="Isosceles Triangle 32"/>
              <p:cNvSpPr/>
              <p:nvPr/>
            </p:nvSpPr>
            <p:spPr>
              <a:xfrm flipV="1">
                <a:off x="3477458" y="6194160"/>
                <a:ext cx="230430" cy="1536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200">
                  <a:solidFill>
                    <a:srgbClr val="FFFFFF"/>
                  </a:solidFill>
                </a:endParaRPr>
              </a:p>
            </p:txBody>
          </p:sp>
          <p:sp>
            <p:nvSpPr>
              <p:cNvPr id="34" name="TextBox 33"/>
              <p:cNvSpPr txBox="1"/>
              <p:nvPr/>
            </p:nvSpPr>
            <p:spPr>
              <a:xfrm>
                <a:off x="2996438" y="5794050"/>
                <a:ext cx="1267365" cy="400110"/>
              </a:xfrm>
              <a:prstGeom prst="rect">
                <a:avLst/>
              </a:prstGeom>
              <a:noFill/>
            </p:spPr>
            <p:txBody>
              <a:bodyPr wrap="square" rtlCol="0">
                <a:spAutoFit/>
              </a:bodyPr>
              <a:lstStyle/>
              <a:p>
                <a:pPr algn="ctr" fontAlgn="base">
                  <a:spcBef>
                    <a:spcPct val="0"/>
                  </a:spcBef>
                  <a:spcAft>
                    <a:spcPct val="0"/>
                  </a:spcAft>
                </a:pPr>
                <a:r>
                  <a:rPr lang="en-US" sz="1000" dirty="0">
                    <a:solidFill>
                      <a:srgbClr val="000000"/>
                    </a:solidFill>
                    <a:latin typeface="Times" pitchFamily="18" charset="0"/>
                  </a:rPr>
                  <a:t>Publish</a:t>
                </a:r>
              </a:p>
              <a:p>
                <a:pPr algn="ctr" fontAlgn="base">
                  <a:spcBef>
                    <a:spcPct val="0"/>
                  </a:spcBef>
                  <a:spcAft>
                    <a:spcPct val="0"/>
                  </a:spcAft>
                </a:pPr>
                <a:r>
                  <a:rPr lang="en-US" sz="1000" dirty="0">
                    <a:solidFill>
                      <a:srgbClr val="000000"/>
                    </a:solidFill>
                    <a:latin typeface="Times" pitchFamily="18" charset="0"/>
                  </a:rPr>
                  <a:t>AP242 </a:t>
                </a:r>
                <a:r>
                  <a:rPr lang="en-US" sz="1000" dirty="0" err="1">
                    <a:solidFill>
                      <a:srgbClr val="000000"/>
                    </a:solidFill>
                    <a:latin typeface="Times" pitchFamily="18" charset="0"/>
                  </a:rPr>
                  <a:t>ed</a:t>
                </a:r>
                <a:r>
                  <a:rPr lang="en-US" sz="1000" dirty="0">
                    <a:solidFill>
                      <a:srgbClr val="000000"/>
                    </a:solidFill>
                    <a:latin typeface="Times" pitchFamily="18" charset="0"/>
                  </a:rPr>
                  <a:t> 2</a:t>
                </a:r>
              </a:p>
            </p:txBody>
          </p:sp>
        </p:grpSp>
        <p:sp>
          <p:nvSpPr>
            <p:cNvPr id="28" name="Isosceles Triangle 27"/>
            <p:cNvSpPr/>
            <p:nvPr/>
          </p:nvSpPr>
          <p:spPr>
            <a:xfrm flipV="1">
              <a:off x="7894033" y="6224401"/>
              <a:ext cx="230430" cy="1536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200">
                <a:solidFill>
                  <a:srgbClr val="FFFFFF"/>
                </a:solidFill>
              </a:endParaRPr>
            </a:p>
          </p:txBody>
        </p:sp>
        <p:sp>
          <p:nvSpPr>
            <p:cNvPr id="29" name="TextBox 28"/>
            <p:cNvSpPr txBox="1"/>
            <p:nvPr/>
          </p:nvSpPr>
          <p:spPr>
            <a:xfrm>
              <a:off x="7490780" y="5961602"/>
              <a:ext cx="1267365" cy="246221"/>
            </a:xfrm>
            <a:prstGeom prst="rect">
              <a:avLst/>
            </a:prstGeom>
            <a:noFill/>
          </p:spPr>
          <p:txBody>
            <a:bodyPr wrap="square" rtlCol="0">
              <a:spAutoFit/>
            </a:bodyPr>
            <a:lstStyle/>
            <a:p>
              <a:pPr algn="ctr" fontAlgn="base">
                <a:spcBef>
                  <a:spcPct val="0"/>
                </a:spcBef>
                <a:spcAft>
                  <a:spcPct val="0"/>
                </a:spcAft>
              </a:pPr>
              <a:r>
                <a:rPr lang="en-US" sz="1000" dirty="0">
                  <a:solidFill>
                    <a:srgbClr val="000000"/>
                  </a:solidFill>
                  <a:latin typeface="Times" pitchFamily="18" charset="0"/>
                </a:rPr>
                <a:t>AP242 </a:t>
              </a:r>
              <a:r>
                <a:rPr lang="en-US" sz="1000" dirty="0" err="1">
                  <a:solidFill>
                    <a:srgbClr val="000000"/>
                  </a:solidFill>
                  <a:latin typeface="Times" pitchFamily="18" charset="0"/>
                </a:rPr>
                <a:t>ed</a:t>
              </a:r>
              <a:r>
                <a:rPr lang="en-US" sz="1000" dirty="0">
                  <a:solidFill>
                    <a:srgbClr val="000000"/>
                  </a:solidFill>
                  <a:latin typeface="Times" pitchFamily="18" charset="0"/>
                </a:rPr>
                <a:t> 3</a:t>
              </a:r>
            </a:p>
          </p:txBody>
        </p:sp>
        <p:grpSp>
          <p:nvGrpSpPr>
            <p:cNvPr id="30" name="Group 29"/>
            <p:cNvGrpSpPr/>
            <p:nvPr/>
          </p:nvGrpSpPr>
          <p:grpSpPr>
            <a:xfrm>
              <a:off x="1038740" y="5716972"/>
              <a:ext cx="1267365" cy="655005"/>
              <a:chOff x="3055334" y="5692775"/>
              <a:chExt cx="1267365" cy="655005"/>
            </a:xfrm>
          </p:grpSpPr>
          <p:sp>
            <p:nvSpPr>
              <p:cNvPr id="31" name="Isosceles Triangle 30"/>
              <p:cNvSpPr/>
              <p:nvPr/>
            </p:nvSpPr>
            <p:spPr>
              <a:xfrm flipV="1">
                <a:off x="3477458" y="6194160"/>
                <a:ext cx="230430" cy="153620"/>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200">
                  <a:solidFill>
                    <a:srgbClr val="FFFFFF"/>
                  </a:solidFill>
                </a:endParaRPr>
              </a:p>
            </p:txBody>
          </p:sp>
          <p:sp>
            <p:nvSpPr>
              <p:cNvPr id="32" name="TextBox 31"/>
              <p:cNvSpPr txBox="1"/>
              <p:nvPr/>
            </p:nvSpPr>
            <p:spPr>
              <a:xfrm>
                <a:off x="3055334" y="5692775"/>
                <a:ext cx="1267365" cy="553998"/>
              </a:xfrm>
              <a:prstGeom prst="rect">
                <a:avLst/>
              </a:prstGeom>
              <a:noFill/>
            </p:spPr>
            <p:txBody>
              <a:bodyPr wrap="square" rtlCol="0">
                <a:spAutoFit/>
              </a:bodyPr>
              <a:lstStyle/>
              <a:p>
                <a:pPr algn="ctr" fontAlgn="base">
                  <a:spcBef>
                    <a:spcPct val="0"/>
                  </a:spcBef>
                  <a:spcAft>
                    <a:spcPct val="0"/>
                  </a:spcAft>
                </a:pPr>
                <a:r>
                  <a:rPr lang="en-US" sz="1000" dirty="0">
                    <a:solidFill>
                      <a:srgbClr val="000000"/>
                    </a:solidFill>
                    <a:latin typeface="Times" pitchFamily="18" charset="0"/>
                  </a:rPr>
                  <a:t>Technical work for AP242 </a:t>
                </a:r>
                <a:r>
                  <a:rPr lang="en-US" sz="1000" dirty="0" err="1">
                    <a:solidFill>
                      <a:srgbClr val="000000"/>
                    </a:solidFill>
                    <a:latin typeface="Times" pitchFamily="18" charset="0"/>
                  </a:rPr>
                  <a:t>ed</a:t>
                </a:r>
                <a:r>
                  <a:rPr lang="en-US" sz="1000" dirty="0">
                    <a:solidFill>
                      <a:srgbClr val="000000"/>
                    </a:solidFill>
                    <a:latin typeface="Times" pitchFamily="18" charset="0"/>
                  </a:rPr>
                  <a:t> 2 complete</a:t>
                </a:r>
              </a:p>
            </p:txBody>
          </p:sp>
        </p:grpSp>
      </p:grpSp>
    </p:spTree>
    <p:extLst>
      <p:ext uri="{BB962C8B-B14F-4D97-AF65-F5344CB8AC3E}">
        <p14:creationId xmlns:p14="http://schemas.microsoft.com/office/powerpoint/2010/main" val="3458095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AP239</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4034976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a:t>
            </a:r>
            <a:r>
              <a:rPr lang="en-US" dirty="0" err="1" smtClean="0"/>
              <a:t>SysML</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4067517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LOTAR</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2873858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OAGIS BODs</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3115216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PDF/3DPDF</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175562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S100D</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1451265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ATA Spec 2xxx</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2047909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Additive Manufacturing</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458786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526" y="142566"/>
            <a:ext cx="10515600" cy="1127969"/>
          </a:xfrm>
        </p:spPr>
        <p:txBody>
          <a:bodyPr/>
          <a:lstStyle/>
          <a:p>
            <a:r>
              <a:rPr lang="en-US" dirty="0" smtClean="0"/>
              <a:t>Maturity Assessment: AP238 NC Machining</a:t>
            </a:r>
            <a:endParaRPr lang="en-US" dirty="0"/>
          </a:p>
        </p:txBody>
      </p:sp>
      <p:sp>
        <p:nvSpPr>
          <p:cNvPr id="3" name="Content Placeholder 2"/>
          <p:cNvSpPr>
            <a:spLocks noGrp="1"/>
          </p:cNvSpPr>
          <p:nvPr>
            <p:ph idx="1"/>
          </p:nvPr>
        </p:nvSpPr>
        <p:spPr>
          <a:xfrm>
            <a:off x="6052685" y="1463040"/>
            <a:ext cx="5273441" cy="2638961"/>
          </a:xfrm>
          <a:ln w="28575">
            <a:solidFill>
              <a:schemeClr val="tx1"/>
            </a:solidFill>
          </a:ln>
        </p:spPr>
        <p:txBody>
          <a:bodyPr/>
          <a:lstStyle/>
          <a:p>
            <a:r>
              <a:rPr lang="en-US" dirty="0" smtClean="0"/>
              <a:t>Software Tools Maturity</a:t>
            </a:r>
            <a:endParaRPr lang="en-US" dirty="0"/>
          </a:p>
        </p:txBody>
      </p:sp>
      <p:sp>
        <p:nvSpPr>
          <p:cNvPr id="4" name="Content Placeholder 2"/>
          <p:cNvSpPr txBox="1">
            <a:spLocks/>
          </p:cNvSpPr>
          <p:nvPr/>
        </p:nvSpPr>
        <p:spPr>
          <a:xfrm>
            <a:off x="990600" y="1463041"/>
            <a:ext cx="5062086" cy="2638960"/>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Standard Maturity</a:t>
            </a:r>
            <a:endParaRPr lang="en-US" dirty="0"/>
          </a:p>
        </p:txBody>
      </p:sp>
      <p:sp>
        <p:nvSpPr>
          <p:cNvPr id="5" name="Content Placeholder 2"/>
          <p:cNvSpPr txBox="1">
            <a:spLocks/>
          </p:cNvSpPr>
          <p:nvPr/>
        </p:nvSpPr>
        <p:spPr>
          <a:xfrm>
            <a:off x="990600" y="4102001"/>
            <a:ext cx="5062086"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Boeing Process Maturity</a:t>
            </a:r>
            <a:endParaRPr lang="en-US" dirty="0"/>
          </a:p>
        </p:txBody>
      </p:sp>
      <p:sp>
        <p:nvSpPr>
          <p:cNvPr id="6" name="Content Placeholder 2"/>
          <p:cNvSpPr txBox="1">
            <a:spLocks/>
          </p:cNvSpPr>
          <p:nvPr/>
        </p:nvSpPr>
        <p:spPr>
          <a:xfrm>
            <a:off x="6068326" y="4102001"/>
            <a:ext cx="5257800" cy="2755999"/>
          </a:xfrm>
          <a:prstGeom prst="rect">
            <a:avLst/>
          </a:prstGeom>
          <a:ln w="28575">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Industry Maturity</a:t>
            </a:r>
            <a:endParaRPr lang="en-US" dirty="0"/>
          </a:p>
        </p:txBody>
      </p:sp>
    </p:spTree>
    <p:extLst>
      <p:ext uri="{BB962C8B-B14F-4D97-AF65-F5344CB8AC3E}">
        <p14:creationId xmlns:p14="http://schemas.microsoft.com/office/powerpoint/2010/main" val="243162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O&amp;T Slide Master">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394A59"/>
    </a:custClr>
    <a:custClr name="PANTONE 431">
      <a:srgbClr val="5F6A72"/>
    </a:custClr>
    <a:custClr name="PANTONE 429">
      <a:srgbClr val="A5ACB0"/>
    </a:custClr>
    <a:custClr name="PANTONE CG1">
      <a:srgbClr val="E2E1DD"/>
    </a:custClr>
    <a:custClr name="Process Magenta">
      <a:srgbClr val="CC3366"/>
    </a:custClr>
    <a:custClr name="PANTONE 4975">
      <a:srgbClr val="462324"/>
    </a:custClr>
    <a:custClr name="PANTONE 201">
      <a:srgbClr val="9E1B32"/>
    </a:custClr>
    <a:custClr name="PANTONE 185">
      <a:srgbClr val="E70033"/>
    </a:custClr>
    <a:custClr name="PANTONE 1665">
      <a:srgbClr val="E24912"/>
    </a:custClr>
    <a:custClr name="PANTONE 137">
      <a:srgbClr val="FFA200"/>
    </a:custClr>
    <a:custClr name="PANTONE 108">
      <a:srgbClr val="F6DA14"/>
    </a:custClr>
    <a:custClr name="PANTONE 1215">
      <a:srgbClr val="FBDE81"/>
    </a:custClr>
    <a:custClr name="PANTONE 7499">
      <a:srgbClr val="EEE8C5"/>
    </a:custClr>
    <a:custClr name="PANTONE 553">
      <a:srgbClr val="214232"/>
    </a:custClr>
    <a:custClr name="PANTONE 376">
      <a:srgbClr val="77B800"/>
    </a:custClr>
    <a:custClr name="PANTONE 373">
      <a:srgbClr val="CFEA8B"/>
    </a:custClr>
    <a:custClr name="PANTONE 328">
      <a:srgbClr val="007165"/>
    </a:custClr>
    <a:custClr name="PANTONE 309">
      <a:srgbClr val="003D4D"/>
    </a:custClr>
    <a:custClr name="PANTONE 3135">
      <a:srgbClr val="0091B5"/>
    </a:custClr>
    <a:custClr name="PANTONE 7457">
      <a:srgbClr val="BADCE6"/>
    </a:custClr>
    <a:custClr name="PANTONE 289">
      <a:srgbClr val="002144"/>
    </a:custClr>
    <a:custClr name="PANTONE 2925">
      <a:srgbClr val="0096DB"/>
    </a:custClr>
    <a:custClr name="PANTONE 283">
      <a:srgbClr val="97C5EB"/>
    </a:custClr>
    <a:custClr name="PANTONE 2597">
      <a:srgbClr val="580F8B"/>
    </a:custClr>
  </a:custClrLst>
</a:theme>
</file>

<file path=ppt/theme/theme3.xml><?xml version="1.0" encoding="utf-8"?>
<a:theme xmlns:a="http://schemas.openxmlformats.org/drawingml/2006/main" name="5_whiteback_bluesig">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extLst>
    <a:ext uri="{05A4C25C-085E-4340-85A3-A5531E510DB2}">
      <thm15:themeFamily xmlns:thm15="http://schemas.microsoft.com/office/thememl/2012/main" name="Enterprise_STANDARD_PRESENTATION_TEMPLATE.potx" id="{F7DE80C8-6237-43CA-8483-6C6EA59494CE}" vid="{D0A71AF5-30EF-46BD-87CB-95C09A3D749C}"/>
    </a:ext>
  </a:extLst>
</a:theme>
</file>

<file path=ppt/theme/theme4.xml><?xml version="1.0" encoding="utf-8"?>
<a:theme xmlns:a="http://schemas.openxmlformats.org/drawingml/2006/main" name="6_whiteback_bluesig">
  <a:themeElements>
    <a:clrScheme name="Boeing Color Palette">
      <a:dk1>
        <a:srgbClr val="000000"/>
      </a:dk1>
      <a:lt1>
        <a:srgbClr val="FFFFFF"/>
      </a:lt1>
      <a:dk2>
        <a:srgbClr val="0039A6"/>
      </a:dk2>
      <a:lt2>
        <a:srgbClr val="A5ACB0"/>
      </a:lt2>
      <a:accent1>
        <a:srgbClr val="0039A6"/>
      </a:accent1>
      <a:accent2>
        <a:srgbClr val="E70033"/>
      </a:accent2>
      <a:accent3>
        <a:srgbClr val="0096DB"/>
      </a:accent3>
      <a:accent4>
        <a:srgbClr val="77B800"/>
      </a:accent4>
      <a:accent5>
        <a:srgbClr val="580F8B"/>
      </a:accent5>
      <a:accent6>
        <a:srgbClr val="FFA200"/>
      </a:accent6>
      <a:hlink>
        <a:srgbClr val="0039A6"/>
      </a:hlink>
      <a:folHlink>
        <a:srgbClr val="A5ACB0"/>
      </a:folHlink>
    </a:clrScheme>
    <a:fontScheme name="4_GradientBar_IdentityBar_QUESTIO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oeing Color Palette">
        <a:dk1>
          <a:srgbClr val="000000"/>
        </a:dk1>
        <a:lt1>
          <a:srgbClr val="FFFFFF"/>
        </a:lt1>
        <a:dk2>
          <a:srgbClr val="0033A1"/>
        </a:dk2>
        <a:lt2>
          <a:srgbClr val="A5ACB0"/>
        </a:lt2>
        <a:accent1>
          <a:srgbClr val="0033A1"/>
        </a:accent1>
        <a:accent2>
          <a:srgbClr val="E70033"/>
        </a:accent2>
        <a:accent3>
          <a:srgbClr val="0096DB"/>
        </a:accent3>
        <a:accent4>
          <a:srgbClr val="77B800"/>
        </a:accent4>
        <a:accent5>
          <a:srgbClr val="580F8B"/>
        </a:accent5>
        <a:accent6>
          <a:srgbClr val="FFA200"/>
        </a:accent6>
        <a:hlink>
          <a:srgbClr val="0039A6"/>
        </a:hlink>
        <a:folHlink>
          <a:srgbClr val="A5ACB0"/>
        </a:folHlink>
      </a:clrScheme>
      <a:clrMap bg1="lt1" tx1="dk1" bg2="lt2" tx2="dk2" accent1="accent1" accent2="accent2" accent3="accent3" accent4="accent4" accent5="accent5" accent6="accent6" hlink="hlink" folHlink="folHlink"/>
    </a:extraClrScheme>
  </a:extraClrSchemeLst>
  <a:custClrLst>
    <a:custClr name="PANTONE 7546">
      <a:srgbClr val="253746"/>
    </a:custClr>
    <a:custClr name="PANTONE 431">
      <a:srgbClr val="5B6770"/>
    </a:custClr>
    <a:custClr name="PANTONE 429">
      <a:srgbClr val="A3AAAE"/>
    </a:custClr>
    <a:custClr name="PANTONE CG1">
      <a:srgbClr val="DAD9D7"/>
    </a:custClr>
    <a:custClr name="Process Magenta">
      <a:srgbClr val="E5007E"/>
    </a:custClr>
    <a:custClr name="PANTONE 4975">
      <a:srgbClr val="402020"/>
    </a:custClr>
    <a:custClr name="PANTONE 201">
      <a:srgbClr val="A32136"/>
    </a:custClr>
    <a:custClr name="PANTONE 185">
      <a:srgbClr val="EA002A"/>
    </a:custClr>
    <a:custClr name="PANTONE 1665">
      <a:srgbClr val="E14504"/>
    </a:custClr>
    <a:custClr name="PANTONE 137">
      <a:srgbClr val="FFA400"/>
    </a:custClr>
    <a:custClr name="PANTONE 108">
      <a:srgbClr val="FFDB00"/>
    </a:custClr>
    <a:custClr name="PANTONE 1215">
      <a:srgbClr val="FDD773"/>
    </a:custClr>
    <a:custClr name="PANTONE 7499">
      <a:srgbClr val="F2E5B3"/>
    </a:custClr>
    <a:custClr name="PANTONE 553">
      <a:srgbClr val="294635"/>
    </a:custClr>
    <a:custClr name="PANTONE 376">
      <a:srgbClr val="81BC00"/>
    </a:custClr>
    <a:custClr name="PANTONE 373">
      <a:srgbClr val="CCE981"/>
    </a:custClr>
    <a:custClr name="PANTONE 328">
      <a:srgbClr val="007167"/>
    </a:custClr>
    <a:custClr name="PANTONE 309">
      <a:srgbClr val="003B4A"/>
    </a:custClr>
    <a:custClr name="PANTONE 3135">
      <a:srgbClr val="008BAC"/>
    </a:custClr>
    <a:custClr name="PANTONE 7457">
      <a:srgbClr val="BADCE6"/>
    </a:custClr>
    <a:custClr name="PANTONE 289">
      <a:srgbClr val="0A2240"/>
    </a:custClr>
    <a:custClr name="PANTONE 2925">
      <a:srgbClr val="009BDF"/>
    </a:custClr>
    <a:custClr name="PANTONE 283">
      <a:srgbClr val="92C0EA"/>
    </a:custClr>
    <a:custClr name="PANTONE 2597">
      <a:srgbClr val="5C0F8C"/>
    </a:custClr>
  </a:custClrLst>
  <a:extLst>
    <a:ext uri="{05A4C25C-085E-4340-85A3-A5531E510DB2}">
      <thm15:themeFamily xmlns:thm15="http://schemas.microsoft.com/office/thememl/2012/main" name="Enterprise_STANDARD_PRESENTATION_TEMPLATE.potx" id="{F7DE80C8-6237-43CA-8483-6C6EA59494CE}" vid="{D0A71AF5-30EF-46BD-87CB-95C09A3D749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28359CC7305D47809A6E4D09895B12" ma:contentTypeVersion="0" ma:contentTypeDescription="Create a new document." ma:contentTypeScope="" ma:versionID="58734b0d5d00aaa9ecfcecd44c708e1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485564-AC1E-44DC-A10B-6942F31870F1}">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www.w3.org/XML/1998/namespace"/>
    <ds:schemaRef ds:uri="http://purl.org/dc/dcmitype/"/>
  </ds:schemaRefs>
</ds:datastoreItem>
</file>

<file path=customXml/itemProps2.xml><?xml version="1.0" encoding="utf-8"?>
<ds:datastoreItem xmlns:ds="http://schemas.openxmlformats.org/officeDocument/2006/customXml" ds:itemID="{C888ED4F-CF9B-4336-9AE0-B30CD2A843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55B1293-F903-4EBE-9987-EAA8E068FF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210</TotalTime>
  <Words>1558</Words>
  <Application>Microsoft Office PowerPoint</Application>
  <PresentationFormat>Widescreen</PresentationFormat>
  <Paragraphs>341</Paragraphs>
  <Slides>13</Slides>
  <Notes>4</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13</vt:i4>
      </vt:variant>
    </vt:vector>
  </HeadingPairs>
  <TitlesOfParts>
    <vt:vector size="24" baseType="lpstr">
      <vt:lpstr>ＭＳ Ｐゴシック</vt:lpstr>
      <vt:lpstr>Arial</vt:lpstr>
      <vt:lpstr>Calibri</vt:lpstr>
      <vt:lpstr>Calibri Light</vt:lpstr>
      <vt:lpstr>Symbol</vt:lpstr>
      <vt:lpstr>Times</vt:lpstr>
      <vt:lpstr>Wingdings</vt:lpstr>
      <vt:lpstr>Office Theme</vt:lpstr>
      <vt:lpstr>EO&amp;T Slide Master</vt:lpstr>
      <vt:lpstr>5_whiteback_bluesig</vt:lpstr>
      <vt:lpstr>6_whiteback_bluesig</vt:lpstr>
      <vt:lpstr>Boeing Priorities for Industry Standards Development</vt:lpstr>
      <vt:lpstr>  Architecture Matrix - Summary</vt:lpstr>
      <vt:lpstr>Maturity Assessment: AP242</vt:lpstr>
      <vt:lpstr>Maturity Assessment: AP242</vt:lpstr>
      <vt:lpstr>Maturity Assessment: AP239</vt:lpstr>
      <vt:lpstr>Maturity Assessment: SysML</vt:lpstr>
      <vt:lpstr>Maturity Assessment: LOTAR</vt:lpstr>
      <vt:lpstr>Maturity Assessment: OAGIS BODs</vt:lpstr>
      <vt:lpstr>Maturity Assessment: PDF/3DPDF</vt:lpstr>
      <vt:lpstr>Maturity Assessment: S100D</vt:lpstr>
      <vt:lpstr>Maturity Assessment: ATA Spec 2xxx</vt:lpstr>
      <vt:lpstr>Maturity Assessment: Additive Manufacturing</vt:lpstr>
      <vt:lpstr>Maturity Assessment: AP238 NC Machining</vt:lpstr>
    </vt:vector>
  </TitlesOfParts>
  <Company>The Boeing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Briggs, David D</dc:creator>
  <cp:lastModifiedBy>McIvor, Michael W</cp:lastModifiedBy>
  <cp:revision>21</cp:revision>
  <cp:lastPrinted>2019-03-11T16:28:45Z</cp:lastPrinted>
  <dcterms:created xsi:type="dcterms:W3CDTF">2019-03-05T18:54:11Z</dcterms:created>
  <dcterms:modified xsi:type="dcterms:W3CDTF">2019-03-20T17:20:26Z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0x010100B928359CC7305D47809A6E4D09895B12</vt:lpwstr>
  </property>
</Properties>
</file>